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style9.xml" ContentType="application/vnd.ms-office.chartstyle+xml"/>
  <Override PartName="/ppt/charts/colors9.xml" ContentType="application/vnd.ms-office.chartcolorstyle+xml"/>
  <Override PartName="/ppt/charts/chart14.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7.xml" ContentType="application/vnd.openxmlformats-officedocument.presentationml.notesSlide+xml"/>
  <Override PartName="/ppt/charts/chart15.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6.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47"/>
  </p:notesMasterIdLst>
  <p:handoutMasterIdLst>
    <p:handoutMasterId r:id="rId48"/>
  </p:handoutMasterIdLst>
  <p:sldIdLst>
    <p:sldId id="2134806516" r:id="rId5"/>
    <p:sldId id="2134806517" r:id="rId6"/>
    <p:sldId id="2147471270" r:id="rId7"/>
    <p:sldId id="2147471271" r:id="rId8"/>
    <p:sldId id="2147471365" r:id="rId9"/>
    <p:sldId id="2134806596" r:id="rId10"/>
    <p:sldId id="2147471258" r:id="rId11"/>
    <p:sldId id="2147471372" r:id="rId12"/>
    <p:sldId id="2134806497" r:id="rId13"/>
    <p:sldId id="2134806609" r:id="rId14"/>
    <p:sldId id="2134806643" r:id="rId15"/>
    <p:sldId id="2134806644" r:id="rId16"/>
    <p:sldId id="2134806653" r:id="rId17"/>
    <p:sldId id="2147471267" r:id="rId18"/>
    <p:sldId id="2134806613" r:id="rId19"/>
    <p:sldId id="2134806486" r:id="rId20"/>
    <p:sldId id="2134806600" r:id="rId21"/>
    <p:sldId id="2147471360" r:id="rId22"/>
    <p:sldId id="2134806654" r:id="rId23"/>
    <p:sldId id="2147471268" r:id="rId24"/>
    <p:sldId id="2134806614" r:id="rId25"/>
    <p:sldId id="2134806615" r:id="rId26"/>
    <p:sldId id="2134806601" r:id="rId27"/>
    <p:sldId id="2147471359" r:id="rId28"/>
    <p:sldId id="2134806463" r:id="rId29"/>
    <p:sldId id="2147471361" r:id="rId30"/>
    <p:sldId id="2134806511" r:id="rId31"/>
    <p:sldId id="2134806624" r:id="rId32"/>
    <p:sldId id="2147471368" r:id="rId33"/>
    <p:sldId id="2147471362" r:id="rId34"/>
    <p:sldId id="2134806606" r:id="rId35"/>
    <p:sldId id="2147471374" r:id="rId36"/>
    <p:sldId id="2147471370" r:id="rId37"/>
    <p:sldId id="2147471364" r:id="rId38"/>
    <p:sldId id="2147471375" r:id="rId39"/>
    <p:sldId id="2147471223" r:id="rId40"/>
    <p:sldId id="2147471319" r:id="rId41"/>
    <p:sldId id="2147471279" r:id="rId42"/>
    <p:sldId id="2147471280" r:id="rId43"/>
    <p:sldId id="2147471228" r:id="rId44"/>
    <p:sldId id="2147471371" r:id="rId45"/>
    <p:sldId id="213480651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8696EBA4-1B12-6345-8389-A53EA9916143}">
          <p14:sldIdLst>
            <p14:sldId id="2134806516"/>
            <p14:sldId id="2134806517"/>
            <p14:sldId id="2147471270"/>
            <p14:sldId id="2147471271"/>
            <p14:sldId id="2147471365"/>
          </p14:sldIdLst>
        </p14:section>
        <p14:section name="Covers" id="{13ABDC4C-3067-A343-ADFD-8D31A559B8E0}">
          <p14:sldIdLst>
            <p14:sldId id="2134806596"/>
            <p14:sldId id="2147471258"/>
          </p14:sldIdLst>
        </p14:section>
        <p14:section name="Contents / Agenda" id="{1569BA12-01E0-1B4F-A2D9-66C7A618A9D8}">
          <p14:sldIdLst>
            <p14:sldId id="2147471372"/>
            <p14:sldId id="2134806497"/>
          </p14:sldIdLst>
        </p14:section>
        <p14:section name="Dividers" id="{8DC0FB0C-EA21-EE44-8AE8-B0842489FE17}">
          <p14:sldIdLst>
            <p14:sldId id="2134806609"/>
            <p14:sldId id="2134806643"/>
            <p14:sldId id="2134806644"/>
          </p14:sldIdLst>
        </p14:section>
        <p14:section name="Content layouts" id="{F90BE988-6113-4F47-A23F-CBF39E418D68}">
          <p14:sldIdLst>
            <p14:sldId id="2134806653"/>
            <p14:sldId id="2147471267"/>
            <p14:sldId id="2134806613"/>
            <p14:sldId id="2134806486"/>
            <p14:sldId id="2134806600"/>
            <p14:sldId id="2147471360"/>
            <p14:sldId id="2134806654"/>
            <p14:sldId id="2147471268"/>
            <p14:sldId id="2134806614"/>
            <p14:sldId id="2134806615"/>
            <p14:sldId id="2134806601"/>
            <p14:sldId id="2147471359"/>
          </p14:sldIdLst>
        </p14:section>
        <p14:section name="Image Layouts" id="{C78F5A13-2914-5E49-8483-8B5345A26DF0}">
          <p14:sldIdLst>
            <p14:sldId id="2134806463"/>
            <p14:sldId id="2147471361"/>
            <p14:sldId id="2134806511"/>
            <p14:sldId id="2134806624"/>
          </p14:sldIdLst>
        </p14:section>
        <p14:section name="Charts and graphs" id="{5620B7A9-0846-EC40-8FDE-40D41BD545D8}">
          <p14:sldIdLst>
            <p14:sldId id="2147471368"/>
            <p14:sldId id="2147471362"/>
            <p14:sldId id="2134806606"/>
            <p14:sldId id="2147471374"/>
            <p14:sldId id="2147471370"/>
            <p14:sldId id="2147471364"/>
            <p14:sldId id="2147471375"/>
          </p14:sldIdLst>
        </p14:section>
        <p14:section name="Tables" id="{62B2A995-7AE1-BC4C-9E74-49823660E647}">
          <p14:sldIdLst>
            <p14:sldId id="2147471223"/>
            <p14:sldId id="2147471319"/>
            <p14:sldId id="2147471279"/>
            <p14:sldId id="2147471280"/>
            <p14:sldId id="2147471228"/>
            <p14:sldId id="2147471371"/>
          </p14:sldIdLst>
        </p14:section>
        <p14:section name="Closing Slide" id="{9CEBC974-04FA-4B47-9EC6-CE31A2EE0F29}">
          <p14:sldIdLst>
            <p14:sldId id="213480651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0FE45A-7076-C060-3926-02C230FFCD7B}" name="Gartner, David (Cognizant)" initials="GD(" userId="S::930056@cognizant.com::31109c44-657a-4c1f-917c-0cd2083250d2" providerId="AD"/>
  <p188:author id="{99F93FB6-C18C-5FBA-5487-DBE9A471B604}" name="Jennifer Kelly" initials="JK" userId="c+VufwqJC72uMbGB6Qy3ESl4lWVfVYW4DP6fjOUmpX4=" providerId="None"/>
  <p188:author id="{AFF83BBF-8DC2-56B1-7D97-F4B62A6558D1}" name="Holsinger, Sophie (Contractor)" initials="H(" userId="qSv0elhcSqVZ6Und2jvxKda9UaW6eolhxm7dQQjF6aw=" providerId="None"/>
  <p188:author id="{0DF45BD4-5C8A-2E2D-FEE5-54A7402B3C0A}" name="Michelle Loeb" initials="ML" userId="y5thoKV0uDjaThbJPgxbMhWQvDJapLNicr5yuEWdci8=" providerId="None"/>
  <p188:author id="{561DB6D9-3341-C508-291F-4E7B425C4BEE}" name="La Cascia, Lynne (Cognizant)" initials="L(" userId="XzsV+nJzGmSCzj+6LOZ0MUrq7QBF9d0P2TCBTjMm7P4="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ikki Feuerstein" initials="RF" lastIdx="118" clrIdx="0">
    <p:extLst>
      <p:ext uri="{19B8F6BF-5375-455C-9EA6-DF929625EA0E}">
        <p15:presenceInfo xmlns:p15="http://schemas.microsoft.com/office/powerpoint/2012/main" userId="9696b6c1086d6638" providerId="Windows Live"/>
      </p:ext>
    </p:extLst>
  </p:cmAuthor>
  <p:cmAuthor id="2" name="Alex DiMaio" initials="AD" lastIdx="327" clrIdx="1">
    <p:extLst>
      <p:ext uri="{19B8F6BF-5375-455C-9EA6-DF929625EA0E}">
        <p15:presenceInfo xmlns:p15="http://schemas.microsoft.com/office/powerpoint/2012/main" userId="S::adimaio@tenetpartner.onmicrosoft.com::b1481f74-343d-4e6b-b114-ca2ded61f9f6" providerId="AD"/>
      </p:ext>
    </p:extLst>
  </p:cmAuthor>
  <p:cmAuthor id="3" name="Microsoft Office User" initials="MOU" lastIdx="4" clrIdx="2"/>
  <p:cmAuthor id="4" name="Gartner, David (Cognizant)" initials="GD(" lastIdx="61" clrIdx="3">
    <p:extLst>
      <p:ext uri="{19B8F6BF-5375-455C-9EA6-DF929625EA0E}">
        <p15:presenceInfo xmlns:p15="http://schemas.microsoft.com/office/powerpoint/2012/main" userId="S::930056@cognizant.com::31109c44-657a-4c1f-917c-0cd2083250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B9E5"/>
    <a:srgbClr val="2F78C4"/>
    <a:srgbClr val="89F9FC"/>
    <a:srgbClr val="2DB820"/>
    <a:srgbClr val="EAC71D"/>
    <a:srgbClr val="B81E2D"/>
    <a:srgbClr val="424242"/>
    <a:srgbClr val="ECECEC"/>
    <a:srgbClr val="000048"/>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7" autoAdjust="0"/>
  </p:normalViewPr>
  <p:slideViewPr>
    <p:cSldViewPr snapToGrid="0">
      <p:cViewPr varScale="1">
        <p:scale>
          <a:sx n="74" d="100"/>
          <a:sy n="74" d="100"/>
        </p:scale>
        <p:origin x="376" y="56"/>
      </p:cViewPr>
      <p:guideLst/>
    </p:cSldViewPr>
  </p:slideViewPr>
  <p:outlineViewPr>
    <p:cViewPr>
      <p:scale>
        <a:sx n="33" d="100"/>
        <a:sy n="33" d="100"/>
      </p:scale>
      <p:origin x="0" y="-20008"/>
    </p:cViewPr>
  </p:outlin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10" d="100"/>
          <a:sy n="110" d="100"/>
        </p:scale>
        <p:origin x="4160"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9.xml"/><Relationship Id="rId1" Type="http://schemas.microsoft.com/office/2011/relationships/chartStyle" Target="style9.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0.xml"/><Relationship Id="rId1" Type="http://schemas.microsoft.com/office/2011/relationships/chartStyle" Target="style10.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1.xml"/><Relationship Id="rId1" Type="http://schemas.microsoft.com/office/2011/relationships/chartStyle" Target="style11.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0214-0447-B9EC-4C2CDC79144F}"/>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3-0214-0447-B9EC-4C2CDC79144F}"/>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0214-0447-B9EC-4C2CDC79144F}"/>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7-0214-0447-B9EC-4C2CDC79144F}"/>
              </c:ext>
            </c:extLst>
          </c:dPt>
          <c:dPt>
            <c:idx val="4"/>
            <c:invertIfNegative val="0"/>
            <c:bubble3D val="0"/>
            <c:spPr>
              <a:solidFill>
                <a:schemeClr val="accent5"/>
              </a:solidFill>
              <a:ln>
                <a:noFill/>
              </a:ln>
              <a:effectLst/>
            </c:spPr>
            <c:extLst>
              <c:ext xmlns:c16="http://schemas.microsoft.com/office/drawing/2014/chart" uri="{C3380CC4-5D6E-409C-BE32-E72D297353CC}">
                <c16:uniqueId val="{00000009-0214-0447-B9EC-4C2CDC79144F}"/>
              </c:ext>
            </c:extLst>
          </c:dPt>
          <c:dPt>
            <c:idx val="5"/>
            <c:invertIfNegative val="0"/>
            <c:bubble3D val="0"/>
            <c:spPr>
              <a:solidFill>
                <a:schemeClr val="accent1"/>
              </a:solidFill>
              <a:ln>
                <a:noFill/>
              </a:ln>
              <a:effectLst/>
            </c:spPr>
            <c:extLst>
              <c:ext xmlns:c16="http://schemas.microsoft.com/office/drawing/2014/chart" uri="{C3380CC4-5D6E-409C-BE32-E72D297353CC}">
                <c16:uniqueId val="{0000000B-0214-0447-B9EC-4C2CDC79144F}"/>
              </c:ext>
            </c:extLst>
          </c:dPt>
          <c:cat>
            <c:strRef>
              <c:f>Sheet1!$A$2:$A$7</c:f>
              <c:strCache>
                <c:ptCount val="6"/>
                <c:pt idx="0">
                  <c:v>A</c:v>
                </c:pt>
                <c:pt idx="1">
                  <c:v>B</c:v>
                </c:pt>
                <c:pt idx="2">
                  <c:v>C</c:v>
                </c:pt>
                <c:pt idx="3">
                  <c:v>D</c:v>
                </c:pt>
                <c:pt idx="4">
                  <c:v>E</c:v>
                </c:pt>
                <c:pt idx="5">
                  <c:v>F</c:v>
                </c:pt>
              </c:strCache>
            </c:strRef>
          </c:cat>
          <c:val>
            <c:numRef>
              <c:f>Sheet1!$B$2:$B$7</c:f>
              <c:numCache>
                <c:formatCode>General</c:formatCode>
                <c:ptCount val="6"/>
                <c:pt idx="0">
                  <c:v>4.3</c:v>
                </c:pt>
                <c:pt idx="1">
                  <c:v>2.5</c:v>
                </c:pt>
                <c:pt idx="2">
                  <c:v>3.5</c:v>
                </c:pt>
                <c:pt idx="3">
                  <c:v>4.5</c:v>
                </c:pt>
                <c:pt idx="4">
                  <c:v>4.3</c:v>
                </c:pt>
                <c:pt idx="5">
                  <c:v>3</c:v>
                </c:pt>
              </c:numCache>
            </c:numRef>
          </c:val>
          <c:extLst>
            <c:ext xmlns:c16="http://schemas.microsoft.com/office/drawing/2014/chart" uri="{C3380CC4-5D6E-409C-BE32-E72D297353CC}">
              <c16:uniqueId val="{0000000C-0214-0447-B9EC-4C2CDC79144F}"/>
            </c:ext>
          </c:extLst>
        </c:ser>
        <c:dLbls>
          <c:showLegendKey val="0"/>
          <c:showVal val="0"/>
          <c:showCatName val="0"/>
          <c:showSerName val="0"/>
          <c:showPercent val="0"/>
          <c:showBubbleSize val="0"/>
        </c:dLbls>
        <c:gapWidth val="230"/>
        <c:axId val="751100303"/>
        <c:axId val="748907407"/>
      </c:barChart>
      <c:catAx>
        <c:axId val="751100303"/>
        <c:scaling>
          <c:orientation val="minMax"/>
        </c:scaling>
        <c:delete val="0"/>
        <c:axPos val="b"/>
        <c:numFmt formatCode="General" sourceLinked="1"/>
        <c:majorTickMark val="none"/>
        <c:minorTickMark val="none"/>
        <c:tickLblPos val="nextTo"/>
        <c:spPr>
          <a:noFill/>
          <a:ln w="9525" cap="flat" cmpd="sng" algn="ctr">
            <a:solidFill>
              <a:schemeClr val="bg2">
                <a:lumMod val="75000"/>
              </a:schemeClr>
            </a:solidFill>
            <a:round/>
          </a:ln>
          <a:effectLst/>
        </c:spPr>
        <c:txPr>
          <a:bodyPr rot="-60000000" spcFirstLastPara="1" vertOverflow="ellipsis" vert="horz" wrap="square" anchor="ctr" anchorCtr="1"/>
          <a:lstStyle/>
          <a:p>
            <a:pPr>
              <a:defRPr sz="1050" b="0" i="0" u="none" strike="noStrike" kern="1200" baseline="0">
                <a:solidFill>
                  <a:schemeClr val="tx2"/>
                </a:solidFill>
                <a:latin typeface="+mn-lt"/>
                <a:ea typeface="+mn-ea"/>
                <a:cs typeface="+mn-cs"/>
              </a:defRPr>
            </a:pPr>
            <a:endParaRPr lang="en-US"/>
          </a:p>
        </c:txPr>
        <c:crossAx val="748907407"/>
        <c:crosses val="autoZero"/>
        <c:auto val="1"/>
        <c:lblAlgn val="ctr"/>
        <c:lblOffset val="100"/>
        <c:noMultiLvlLbl val="0"/>
      </c:catAx>
      <c:valAx>
        <c:axId val="748907407"/>
        <c:scaling>
          <c:orientation val="minMax"/>
        </c:scaling>
        <c:delete val="0"/>
        <c:axPos val="l"/>
        <c:majorGridlines>
          <c:spPr>
            <a:ln w="9525" cap="flat" cmpd="sng" algn="ctr">
              <a:solidFill>
                <a:schemeClr val="bg2">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bg2">
                    <a:lumMod val="50000"/>
                  </a:schemeClr>
                </a:solidFill>
                <a:latin typeface="+mn-lt"/>
                <a:ea typeface="+mn-ea"/>
                <a:cs typeface="+mn-cs"/>
              </a:defRPr>
            </a:pPr>
            <a:endParaRPr lang="en-US"/>
          </a:p>
        </c:txPr>
        <c:crossAx val="7511003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5"/>
            </a:solidFill>
            <a:ln>
              <a:noFill/>
            </a:ln>
            <a:effectLst/>
          </c:spPr>
          <c:invertIfNegative val="0"/>
          <c:dPt>
            <c:idx val="0"/>
            <c:invertIfNegative val="0"/>
            <c:bubble3D val="0"/>
            <c:spPr>
              <a:solidFill>
                <a:schemeClr val="accent5"/>
              </a:solidFill>
              <a:ln>
                <a:noFill/>
              </a:ln>
              <a:effectLst/>
            </c:spPr>
            <c:extLst>
              <c:ext xmlns:c16="http://schemas.microsoft.com/office/drawing/2014/chart" uri="{C3380CC4-5D6E-409C-BE32-E72D297353CC}">
                <c16:uniqueId val="{00000001-24C8-0B45-8A5D-674B303CE0E9}"/>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24C8-0B45-8A5D-674B303CE0E9}"/>
              </c:ext>
            </c:extLst>
          </c:dPt>
          <c:dPt>
            <c:idx val="2"/>
            <c:invertIfNegative val="0"/>
            <c:bubble3D val="0"/>
            <c:spPr>
              <a:solidFill>
                <a:schemeClr val="accent5"/>
              </a:solidFill>
              <a:ln>
                <a:noFill/>
              </a:ln>
              <a:effectLst/>
            </c:spPr>
            <c:extLst>
              <c:ext xmlns:c16="http://schemas.microsoft.com/office/drawing/2014/chart" uri="{C3380CC4-5D6E-409C-BE32-E72D297353CC}">
                <c16:uniqueId val="{00000005-24C8-0B45-8A5D-674B303CE0E9}"/>
              </c:ext>
            </c:extLst>
          </c:dPt>
          <c:dPt>
            <c:idx val="3"/>
            <c:invertIfNegative val="0"/>
            <c:bubble3D val="0"/>
            <c:spPr>
              <a:solidFill>
                <a:schemeClr val="accent5"/>
              </a:solidFill>
              <a:ln>
                <a:noFill/>
              </a:ln>
              <a:effectLst/>
            </c:spPr>
            <c:extLst>
              <c:ext xmlns:c16="http://schemas.microsoft.com/office/drawing/2014/chart" uri="{C3380CC4-5D6E-409C-BE32-E72D297353CC}">
                <c16:uniqueId val="{00000007-24C8-0B45-8A5D-674B303CE0E9}"/>
              </c:ext>
            </c:extLst>
          </c:dPt>
          <c:dPt>
            <c:idx val="4"/>
            <c:invertIfNegative val="0"/>
            <c:bubble3D val="0"/>
            <c:spPr>
              <a:solidFill>
                <a:schemeClr val="bg2"/>
              </a:solidFill>
              <a:ln>
                <a:noFill/>
              </a:ln>
              <a:effectLst/>
            </c:spPr>
            <c:extLst>
              <c:ext xmlns:c16="http://schemas.microsoft.com/office/drawing/2014/chart" uri="{C3380CC4-5D6E-409C-BE32-E72D297353CC}">
                <c16:uniqueId val="{00000009-24C8-0B45-8A5D-674B303CE0E9}"/>
              </c:ext>
            </c:extLst>
          </c:dPt>
          <c:dPt>
            <c:idx val="5"/>
            <c:invertIfNegative val="0"/>
            <c:bubble3D val="0"/>
            <c:spPr>
              <a:solidFill>
                <a:schemeClr val="accent5"/>
              </a:solidFill>
              <a:ln>
                <a:noFill/>
              </a:ln>
              <a:effectLst/>
            </c:spPr>
            <c:extLst>
              <c:ext xmlns:c16="http://schemas.microsoft.com/office/drawing/2014/chart" uri="{C3380CC4-5D6E-409C-BE32-E72D297353CC}">
                <c16:uniqueId val="{0000000B-24C8-0B45-8A5D-674B303CE0E9}"/>
              </c:ext>
            </c:extLst>
          </c:dPt>
          <c:cat>
            <c:strRef>
              <c:f>Sheet1!$A$2:$A$7</c:f>
              <c:strCache>
                <c:ptCount val="6"/>
                <c:pt idx="0">
                  <c:v>A</c:v>
                </c:pt>
                <c:pt idx="1">
                  <c:v>B</c:v>
                </c:pt>
                <c:pt idx="2">
                  <c:v>C</c:v>
                </c:pt>
                <c:pt idx="3">
                  <c:v>D</c:v>
                </c:pt>
                <c:pt idx="4">
                  <c:v>E</c:v>
                </c:pt>
                <c:pt idx="5">
                  <c:v>F</c:v>
                </c:pt>
              </c:strCache>
            </c:strRef>
          </c:cat>
          <c:val>
            <c:numRef>
              <c:f>Sheet1!$B$2:$B$7</c:f>
              <c:numCache>
                <c:formatCode>General</c:formatCode>
                <c:ptCount val="6"/>
                <c:pt idx="0">
                  <c:v>4.3</c:v>
                </c:pt>
                <c:pt idx="1">
                  <c:v>2.5</c:v>
                </c:pt>
                <c:pt idx="2">
                  <c:v>3.5</c:v>
                </c:pt>
                <c:pt idx="3">
                  <c:v>4.5</c:v>
                </c:pt>
                <c:pt idx="4">
                  <c:v>4.3</c:v>
                </c:pt>
                <c:pt idx="5">
                  <c:v>3</c:v>
                </c:pt>
              </c:numCache>
            </c:numRef>
          </c:val>
          <c:extLst>
            <c:ext xmlns:c16="http://schemas.microsoft.com/office/drawing/2014/chart" uri="{C3380CC4-5D6E-409C-BE32-E72D297353CC}">
              <c16:uniqueId val="{0000000C-24C8-0B45-8A5D-674B303CE0E9}"/>
            </c:ext>
          </c:extLst>
        </c:ser>
        <c:dLbls>
          <c:showLegendKey val="0"/>
          <c:showVal val="0"/>
          <c:showCatName val="0"/>
          <c:showSerName val="0"/>
          <c:showPercent val="0"/>
          <c:showBubbleSize val="0"/>
        </c:dLbls>
        <c:gapWidth val="230"/>
        <c:axId val="751100303"/>
        <c:axId val="748907407"/>
      </c:barChart>
      <c:catAx>
        <c:axId val="751100303"/>
        <c:scaling>
          <c:orientation val="minMax"/>
        </c:scaling>
        <c:delete val="0"/>
        <c:axPos val="b"/>
        <c:numFmt formatCode="General" sourceLinked="1"/>
        <c:majorTickMark val="none"/>
        <c:minorTickMark val="none"/>
        <c:tickLblPos val="nextTo"/>
        <c:spPr>
          <a:noFill/>
          <a:ln w="9525" cap="flat" cmpd="sng" algn="ctr">
            <a:solidFill>
              <a:schemeClr val="bg2">
                <a:lumMod val="75000"/>
              </a:schemeClr>
            </a:solidFill>
            <a:round/>
          </a:ln>
          <a:effectLst/>
        </c:spPr>
        <c:txPr>
          <a:bodyPr rot="-60000000" spcFirstLastPara="1" vertOverflow="ellipsis" vert="horz" wrap="square" anchor="ctr" anchorCtr="1"/>
          <a:lstStyle/>
          <a:p>
            <a:pPr>
              <a:defRPr sz="1050" b="0" i="0" u="none" strike="noStrike" kern="1200" baseline="0">
                <a:solidFill>
                  <a:schemeClr val="bg2"/>
                </a:solidFill>
                <a:latin typeface="+mn-lt"/>
                <a:ea typeface="+mn-ea"/>
                <a:cs typeface="+mn-cs"/>
              </a:defRPr>
            </a:pPr>
            <a:endParaRPr lang="en-US"/>
          </a:p>
        </c:txPr>
        <c:crossAx val="748907407"/>
        <c:crosses val="autoZero"/>
        <c:auto val="1"/>
        <c:lblAlgn val="ctr"/>
        <c:lblOffset val="100"/>
        <c:noMultiLvlLbl val="0"/>
      </c:catAx>
      <c:valAx>
        <c:axId val="748907407"/>
        <c:scaling>
          <c:orientation val="minMax"/>
        </c:scaling>
        <c:delete val="0"/>
        <c:axPos val="l"/>
        <c:majorGridlines>
          <c:spPr>
            <a:ln w="9525" cap="flat" cmpd="sng" algn="ctr">
              <a:solidFill>
                <a:schemeClr val="bg2">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bg2">
                    <a:lumMod val="95000"/>
                  </a:schemeClr>
                </a:solidFill>
                <a:latin typeface="+mn-lt"/>
                <a:ea typeface="+mn-ea"/>
                <a:cs typeface="+mn-cs"/>
              </a:defRPr>
            </a:pPr>
            <a:endParaRPr lang="en-US"/>
          </a:p>
        </c:txPr>
        <c:crossAx val="7511003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Q1 '20</c:v>
                </c:pt>
                <c:pt idx="1">
                  <c:v>Q1 '21</c:v>
                </c:pt>
                <c:pt idx="2">
                  <c:v>Q1 '22</c:v>
                </c:pt>
                <c:pt idx="3">
                  <c:v>Q1 '23</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97A8-6D4C-B31A-96E682A6DD0C}"/>
            </c:ext>
          </c:extLst>
        </c:ser>
        <c:ser>
          <c:idx val="1"/>
          <c:order val="1"/>
          <c:tx>
            <c:strRef>
              <c:f>Sheet1!$C$1</c:f>
              <c:strCache>
                <c:ptCount val="1"/>
                <c:pt idx="0">
                  <c:v>Series 2</c:v>
                </c:pt>
              </c:strCache>
            </c:strRef>
          </c:tx>
          <c:spPr>
            <a:solidFill>
              <a:schemeClr val="accent3"/>
            </a:solidFill>
            <a:ln>
              <a:noFill/>
            </a:ln>
            <a:effectLst/>
          </c:spPr>
          <c:invertIfNegative val="0"/>
          <c:cat>
            <c:strRef>
              <c:f>Sheet1!$A$2:$A$5</c:f>
              <c:strCache>
                <c:ptCount val="4"/>
                <c:pt idx="0">
                  <c:v>Q1 '20</c:v>
                </c:pt>
                <c:pt idx="1">
                  <c:v>Q1 '21</c:v>
                </c:pt>
                <c:pt idx="2">
                  <c:v>Q1 '22</c:v>
                </c:pt>
                <c:pt idx="3">
                  <c:v>Q1 '23</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97A8-6D4C-B31A-96E682A6DD0C}"/>
            </c:ext>
          </c:extLst>
        </c:ser>
        <c:ser>
          <c:idx val="2"/>
          <c:order val="2"/>
          <c:tx>
            <c:strRef>
              <c:f>Sheet1!$D$1</c:f>
              <c:strCache>
                <c:ptCount val="1"/>
                <c:pt idx="0">
                  <c:v>Series 3</c:v>
                </c:pt>
              </c:strCache>
            </c:strRef>
          </c:tx>
          <c:spPr>
            <a:solidFill>
              <a:schemeClr val="accent4"/>
            </a:solidFill>
            <a:ln>
              <a:noFill/>
            </a:ln>
            <a:effectLst/>
          </c:spPr>
          <c:invertIfNegative val="0"/>
          <c:dPt>
            <c:idx val="0"/>
            <c:invertIfNegative val="0"/>
            <c:bubble3D val="0"/>
            <c:extLst>
              <c:ext xmlns:c16="http://schemas.microsoft.com/office/drawing/2014/chart" uri="{C3380CC4-5D6E-409C-BE32-E72D297353CC}">
                <c16:uniqueId val="{00000002-97A8-6D4C-B31A-96E682A6DD0C}"/>
              </c:ext>
            </c:extLst>
          </c:dPt>
          <c:dPt>
            <c:idx val="1"/>
            <c:invertIfNegative val="0"/>
            <c:bubble3D val="0"/>
            <c:extLst>
              <c:ext xmlns:c16="http://schemas.microsoft.com/office/drawing/2014/chart" uri="{C3380CC4-5D6E-409C-BE32-E72D297353CC}">
                <c16:uniqueId val="{00000003-97A8-6D4C-B31A-96E682A6DD0C}"/>
              </c:ext>
            </c:extLst>
          </c:dPt>
          <c:dPt>
            <c:idx val="2"/>
            <c:invertIfNegative val="0"/>
            <c:bubble3D val="0"/>
            <c:extLst>
              <c:ext xmlns:c16="http://schemas.microsoft.com/office/drawing/2014/chart" uri="{C3380CC4-5D6E-409C-BE32-E72D297353CC}">
                <c16:uniqueId val="{00000004-97A8-6D4C-B31A-96E682A6DD0C}"/>
              </c:ext>
            </c:extLst>
          </c:dPt>
          <c:dPt>
            <c:idx val="3"/>
            <c:invertIfNegative val="0"/>
            <c:bubble3D val="0"/>
            <c:extLst>
              <c:ext xmlns:c16="http://schemas.microsoft.com/office/drawing/2014/chart" uri="{C3380CC4-5D6E-409C-BE32-E72D297353CC}">
                <c16:uniqueId val="{00000005-97A8-6D4C-B31A-96E682A6DD0C}"/>
              </c:ext>
            </c:extLst>
          </c:dPt>
          <c:cat>
            <c:strRef>
              <c:f>Sheet1!$A$2:$A$5</c:f>
              <c:strCache>
                <c:ptCount val="4"/>
                <c:pt idx="0">
                  <c:v>Q1 '20</c:v>
                </c:pt>
                <c:pt idx="1">
                  <c:v>Q1 '21</c:v>
                </c:pt>
                <c:pt idx="2">
                  <c:v>Q1 '22</c:v>
                </c:pt>
                <c:pt idx="3">
                  <c:v>Q1 '23</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6-97A8-6D4C-B31A-96E682A6DD0C}"/>
            </c:ext>
          </c:extLst>
        </c:ser>
        <c:dLbls>
          <c:showLegendKey val="0"/>
          <c:showVal val="0"/>
          <c:showCatName val="0"/>
          <c:showSerName val="0"/>
          <c:showPercent val="0"/>
          <c:showBubbleSize val="0"/>
        </c:dLbls>
        <c:gapWidth val="280"/>
        <c:overlap val="100"/>
        <c:axId val="751100303"/>
        <c:axId val="748907407"/>
      </c:barChart>
      <c:catAx>
        <c:axId val="751100303"/>
        <c:scaling>
          <c:orientation val="minMax"/>
        </c:scaling>
        <c:delete val="0"/>
        <c:axPos val="b"/>
        <c:numFmt formatCode="General" sourceLinked="1"/>
        <c:majorTickMark val="none"/>
        <c:minorTickMark val="none"/>
        <c:tickLblPos val="nextTo"/>
        <c:spPr>
          <a:noFill/>
          <a:ln w="9525" cap="flat" cmpd="sng" algn="ctr">
            <a:solidFill>
              <a:schemeClr val="bg2">
                <a:lumMod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748907407"/>
        <c:crosses val="autoZero"/>
        <c:auto val="1"/>
        <c:lblAlgn val="ctr"/>
        <c:lblOffset val="100"/>
        <c:noMultiLvlLbl val="0"/>
      </c:catAx>
      <c:valAx>
        <c:axId val="748907407"/>
        <c:scaling>
          <c:orientation val="minMax"/>
        </c:scaling>
        <c:delete val="0"/>
        <c:axPos val="l"/>
        <c:majorGridlines>
          <c:spPr>
            <a:ln w="9525" cap="flat" cmpd="sng" algn="ctr">
              <a:solidFill>
                <a:schemeClr val="bg2">
                  <a:lumMod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2"/>
                    </a:solidFill>
                    <a:latin typeface="+mn-lt"/>
                    <a:ea typeface="+mn-ea"/>
                    <a:cs typeface="+mn-cs"/>
                  </a:defRPr>
                </a:pPr>
                <a:r>
                  <a:rPr lang="en-US" sz="1200" dirty="0">
                    <a:solidFill>
                      <a:schemeClr val="tx2"/>
                    </a:solidFill>
                  </a:rPr>
                  <a:t>Revenue</a:t>
                </a:r>
              </a:p>
            </c:rich>
          </c:tx>
          <c:layout>
            <c:manualLayout>
              <c:xMode val="edge"/>
              <c:yMode val="edge"/>
              <c:x val="3.2103621389606513E-2"/>
              <c:y val="0.62917356933349611"/>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bg2">
                    <a:lumMod val="50000"/>
                  </a:schemeClr>
                </a:solidFill>
                <a:latin typeface="+mn-lt"/>
                <a:ea typeface="+mn-ea"/>
                <a:cs typeface="+mn-cs"/>
              </a:defRPr>
            </a:pPr>
            <a:endParaRPr lang="en-US"/>
          </a:p>
        </c:txPr>
        <c:crossAx val="751100303"/>
        <c:crosses val="autoZero"/>
        <c:crossBetween val="between"/>
      </c:valAx>
      <c:spPr>
        <a:noFill/>
        <a:ln>
          <a:noFill/>
        </a:ln>
        <a:effectLst/>
      </c:spPr>
    </c:plotArea>
    <c:legend>
      <c:legendPos val="b"/>
      <c:layout>
        <c:manualLayout>
          <c:xMode val="edge"/>
          <c:yMode val="edge"/>
          <c:x val="0.24116001391693137"/>
          <c:y val="0.93695378688558595"/>
          <c:w val="0.55270187478714405"/>
          <c:h val="4.109976475250627E-2"/>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3"/>
            </a:solidFill>
            <a:ln>
              <a:noFill/>
            </a:ln>
            <a:effectLst/>
          </c:spPr>
          <c:invertIfNegative val="0"/>
          <c:cat>
            <c:strRef>
              <c:f>Sheet1!$A$2:$A$5</c:f>
              <c:strCache>
                <c:ptCount val="4"/>
                <c:pt idx="0">
                  <c:v>Q1 '20</c:v>
                </c:pt>
                <c:pt idx="1">
                  <c:v>Q1 '21</c:v>
                </c:pt>
                <c:pt idx="2">
                  <c:v>Q1 '22</c:v>
                </c:pt>
                <c:pt idx="3">
                  <c:v>Q1 '23</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97A8-6D4C-B31A-96E682A6DD0C}"/>
            </c:ext>
          </c:extLst>
        </c:ser>
        <c:ser>
          <c:idx val="1"/>
          <c:order val="1"/>
          <c:tx>
            <c:strRef>
              <c:f>Sheet1!$C$1</c:f>
              <c:strCache>
                <c:ptCount val="1"/>
                <c:pt idx="0">
                  <c:v>Series 2</c:v>
                </c:pt>
              </c:strCache>
            </c:strRef>
          </c:tx>
          <c:spPr>
            <a:solidFill>
              <a:schemeClr val="accent4"/>
            </a:solidFill>
            <a:ln>
              <a:noFill/>
            </a:ln>
            <a:effectLst/>
          </c:spPr>
          <c:invertIfNegative val="0"/>
          <c:cat>
            <c:strRef>
              <c:f>Sheet1!$A$2:$A$5</c:f>
              <c:strCache>
                <c:ptCount val="4"/>
                <c:pt idx="0">
                  <c:v>Q1 '20</c:v>
                </c:pt>
                <c:pt idx="1">
                  <c:v>Q1 '21</c:v>
                </c:pt>
                <c:pt idx="2">
                  <c:v>Q1 '22</c:v>
                </c:pt>
                <c:pt idx="3">
                  <c:v>Q1 '23</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97A8-6D4C-B31A-96E682A6DD0C}"/>
            </c:ext>
          </c:extLst>
        </c:ser>
        <c:ser>
          <c:idx val="2"/>
          <c:order val="2"/>
          <c:tx>
            <c:strRef>
              <c:f>Sheet1!$D$1</c:f>
              <c:strCache>
                <c:ptCount val="1"/>
                <c:pt idx="0">
                  <c:v>Series 3</c:v>
                </c:pt>
              </c:strCache>
            </c:strRef>
          </c:tx>
          <c:spPr>
            <a:solidFill>
              <a:schemeClr val="accent4">
                <a:lumMod val="20000"/>
                <a:lumOff val="80000"/>
              </a:schemeClr>
            </a:solidFill>
            <a:ln>
              <a:noFill/>
            </a:ln>
            <a:effectLst/>
          </c:spPr>
          <c:invertIfNegative val="0"/>
          <c:dPt>
            <c:idx val="0"/>
            <c:invertIfNegative val="0"/>
            <c:bubble3D val="0"/>
            <c:extLst>
              <c:ext xmlns:c16="http://schemas.microsoft.com/office/drawing/2014/chart" uri="{C3380CC4-5D6E-409C-BE32-E72D297353CC}">
                <c16:uniqueId val="{00000002-97A8-6D4C-B31A-96E682A6DD0C}"/>
              </c:ext>
            </c:extLst>
          </c:dPt>
          <c:dPt>
            <c:idx val="1"/>
            <c:invertIfNegative val="0"/>
            <c:bubble3D val="0"/>
            <c:extLst>
              <c:ext xmlns:c16="http://schemas.microsoft.com/office/drawing/2014/chart" uri="{C3380CC4-5D6E-409C-BE32-E72D297353CC}">
                <c16:uniqueId val="{00000003-97A8-6D4C-B31A-96E682A6DD0C}"/>
              </c:ext>
            </c:extLst>
          </c:dPt>
          <c:dPt>
            <c:idx val="2"/>
            <c:invertIfNegative val="0"/>
            <c:bubble3D val="0"/>
            <c:extLst>
              <c:ext xmlns:c16="http://schemas.microsoft.com/office/drawing/2014/chart" uri="{C3380CC4-5D6E-409C-BE32-E72D297353CC}">
                <c16:uniqueId val="{00000004-97A8-6D4C-B31A-96E682A6DD0C}"/>
              </c:ext>
            </c:extLst>
          </c:dPt>
          <c:dPt>
            <c:idx val="3"/>
            <c:invertIfNegative val="0"/>
            <c:bubble3D val="0"/>
            <c:extLst>
              <c:ext xmlns:c16="http://schemas.microsoft.com/office/drawing/2014/chart" uri="{C3380CC4-5D6E-409C-BE32-E72D297353CC}">
                <c16:uniqueId val="{00000005-97A8-6D4C-B31A-96E682A6DD0C}"/>
              </c:ext>
            </c:extLst>
          </c:dPt>
          <c:cat>
            <c:strRef>
              <c:f>Sheet1!$A$2:$A$5</c:f>
              <c:strCache>
                <c:ptCount val="4"/>
                <c:pt idx="0">
                  <c:v>Q1 '20</c:v>
                </c:pt>
                <c:pt idx="1">
                  <c:v>Q1 '21</c:v>
                </c:pt>
                <c:pt idx="2">
                  <c:v>Q1 '22</c:v>
                </c:pt>
                <c:pt idx="3">
                  <c:v>Q1 '23</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6-97A8-6D4C-B31A-96E682A6DD0C}"/>
            </c:ext>
          </c:extLst>
        </c:ser>
        <c:dLbls>
          <c:showLegendKey val="0"/>
          <c:showVal val="0"/>
          <c:showCatName val="0"/>
          <c:showSerName val="0"/>
          <c:showPercent val="0"/>
          <c:showBubbleSize val="0"/>
        </c:dLbls>
        <c:gapWidth val="280"/>
        <c:overlap val="100"/>
        <c:axId val="751100303"/>
        <c:axId val="748907407"/>
      </c:barChart>
      <c:catAx>
        <c:axId val="751100303"/>
        <c:scaling>
          <c:orientation val="minMax"/>
        </c:scaling>
        <c:delete val="0"/>
        <c:axPos val="b"/>
        <c:numFmt formatCode="General" sourceLinked="1"/>
        <c:majorTickMark val="none"/>
        <c:minorTickMark val="none"/>
        <c:tickLblPos val="nextTo"/>
        <c:spPr>
          <a:noFill/>
          <a:ln w="9525" cap="flat" cmpd="sng" algn="ctr">
            <a:solidFill>
              <a:schemeClr val="bg2">
                <a:lumMod val="50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748907407"/>
        <c:crosses val="autoZero"/>
        <c:auto val="1"/>
        <c:lblAlgn val="ctr"/>
        <c:lblOffset val="100"/>
        <c:noMultiLvlLbl val="0"/>
      </c:catAx>
      <c:valAx>
        <c:axId val="748907407"/>
        <c:scaling>
          <c:orientation val="minMax"/>
        </c:scaling>
        <c:delete val="0"/>
        <c:axPos val="l"/>
        <c:majorGridlines>
          <c:spPr>
            <a:ln w="9525" cap="flat" cmpd="sng" algn="ctr">
              <a:solidFill>
                <a:schemeClr val="bg2">
                  <a:lumMod val="50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2"/>
                    </a:solidFill>
                    <a:latin typeface="+mn-lt"/>
                    <a:ea typeface="+mn-ea"/>
                    <a:cs typeface="+mn-cs"/>
                  </a:defRPr>
                </a:pPr>
                <a:r>
                  <a:rPr lang="en-US" sz="1200" dirty="0">
                    <a:solidFill>
                      <a:schemeClr val="tx2"/>
                    </a:solidFill>
                  </a:rPr>
                  <a:t>Revenue</a:t>
                </a:r>
              </a:p>
            </c:rich>
          </c:tx>
          <c:layout>
            <c:manualLayout>
              <c:xMode val="edge"/>
              <c:yMode val="edge"/>
              <c:x val="3.2103621389606513E-2"/>
              <c:y val="0.62917356933349611"/>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bg2">
                    <a:lumMod val="95000"/>
                  </a:schemeClr>
                </a:solidFill>
                <a:latin typeface="+mn-lt"/>
                <a:ea typeface="+mn-ea"/>
                <a:cs typeface="+mn-cs"/>
              </a:defRPr>
            </a:pPr>
            <a:endParaRPr lang="en-US"/>
          </a:p>
        </c:txPr>
        <c:crossAx val="751100303"/>
        <c:crosses val="autoZero"/>
        <c:crossBetween val="between"/>
      </c:valAx>
      <c:spPr>
        <a:noFill/>
        <a:ln>
          <a:noFill/>
        </a:ln>
        <a:effectLst/>
      </c:spPr>
    </c:plotArea>
    <c:legend>
      <c:legendPos val="b"/>
      <c:layout>
        <c:manualLayout>
          <c:xMode val="edge"/>
          <c:yMode val="edge"/>
          <c:x val="0.24116001391693137"/>
          <c:y val="0.93695378688558595"/>
          <c:w val="0.55270187478714405"/>
          <c:h val="4.109976475250627E-2"/>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bg2">
                  <a:lumMod val="9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6"/>
            <c:invertIfNegative val="0"/>
            <c:bubble3D val="0"/>
            <c:spPr>
              <a:solidFill>
                <a:schemeClr val="accent5"/>
              </a:solidFill>
              <a:ln>
                <a:noFill/>
              </a:ln>
              <a:effectLst/>
            </c:spPr>
            <c:extLst>
              <c:ext xmlns:c16="http://schemas.microsoft.com/office/drawing/2014/chart" uri="{C3380CC4-5D6E-409C-BE32-E72D297353CC}">
                <c16:uniqueId val="{00000000-D7E5-C641-AD02-DABC11E77654}"/>
              </c:ext>
            </c:extLst>
          </c:dPt>
          <c:cat>
            <c:strRef>
              <c:f>Sheet1!$A$2:$A$9</c:f>
              <c:strCache>
                <c:ptCount val="8"/>
                <c:pt idx="0">
                  <c:v>A</c:v>
                </c:pt>
                <c:pt idx="1">
                  <c:v>B</c:v>
                </c:pt>
                <c:pt idx="2">
                  <c:v>C</c:v>
                </c:pt>
                <c:pt idx="3">
                  <c:v>D</c:v>
                </c:pt>
                <c:pt idx="4">
                  <c:v>E</c:v>
                </c:pt>
                <c:pt idx="5">
                  <c:v>F</c:v>
                </c:pt>
                <c:pt idx="6">
                  <c:v>G</c:v>
                </c:pt>
                <c:pt idx="7">
                  <c:v>H</c:v>
                </c:pt>
              </c:strCache>
            </c:strRef>
          </c:cat>
          <c:val>
            <c:numRef>
              <c:f>Sheet1!$B$2:$B$9</c:f>
              <c:numCache>
                <c:formatCode>General</c:formatCode>
                <c:ptCount val="8"/>
                <c:pt idx="0">
                  <c:v>100</c:v>
                </c:pt>
                <c:pt idx="1">
                  <c:v>70</c:v>
                </c:pt>
                <c:pt idx="2">
                  <c:v>50</c:v>
                </c:pt>
                <c:pt idx="3">
                  <c:v>75</c:v>
                </c:pt>
                <c:pt idx="4">
                  <c:v>80</c:v>
                </c:pt>
                <c:pt idx="5">
                  <c:v>65</c:v>
                </c:pt>
                <c:pt idx="6">
                  <c:v>90</c:v>
                </c:pt>
                <c:pt idx="7">
                  <c:v>40</c:v>
                </c:pt>
              </c:numCache>
            </c:numRef>
          </c:val>
          <c:extLst>
            <c:ext xmlns:c16="http://schemas.microsoft.com/office/drawing/2014/chart" uri="{C3380CC4-5D6E-409C-BE32-E72D297353CC}">
              <c16:uniqueId val="{00000000-BDC9-6E47-8B07-BB3C54502A0A}"/>
            </c:ext>
          </c:extLst>
        </c:ser>
        <c:dLbls>
          <c:showLegendKey val="0"/>
          <c:showVal val="0"/>
          <c:showCatName val="0"/>
          <c:showSerName val="0"/>
          <c:showPercent val="0"/>
          <c:showBubbleSize val="0"/>
        </c:dLbls>
        <c:gapWidth val="219"/>
        <c:overlap val="-27"/>
        <c:axId val="31220720"/>
        <c:axId val="105068192"/>
      </c:barChart>
      <c:catAx>
        <c:axId val="31220720"/>
        <c:scaling>
          <c:orientation val="minMax"/>
        </c:scaling>
        <c:delete val="0"/>
        <c:axPos val="b"/>
        <c:numFmt formatCode="General" sourceLinked="1"/>
        <c:majorTickMark val="none"/>
        <c:minorTickMark val="none"/>
        <c:tickLblPos val="nextTo"/>
        <c:spPr>
          <a:noFill/>
          <a:ln w="9525" cap="flat" cmpd="sng" algn="ctr">
            <a:solidFill>
              <a:schemeClr val="bg2">
                <a:lumMod val="75000"/>
              </a:schemeClr>
            </a:solidFill>
            <a:round/>
          </a:ln>
          <a:effectLst/>
        </c:spPr>
        <c:txPr>
          <a:bodyPr rot="-60000000" spcFirstLastPara="1" vertOverflow="ellipsis" vert="horz" wrap="square" anchor="ctr" anchorCtr="1"/>
          <a:lstStyle/>
          <a:p>
            <a:pPr>
              <a:defRPr sz="1050" b="0" i="0" u="none" strike="noStrike" kern="1200" baseline="0">
                <a:solidFill>
                  <a:schemeClr val="tx2"/>
                </a:solidFill>
                <a:latin typeface="+mn-lt"/>
                <a:ea typeface="+mn-ea"/>
                <a:cs typeface="+mn-cs"/>
              </a:defRPr>
            </a:pPr>
            <a:endParaRPr lang="en-US"/>
          </a:p>
        </c:txPr>
        <c:crossAx val="105068192"/>
        <c:crosses val="autoZero"/>
        <c:auto val="1"/>
        <c:lblAlgn val="ctr"/>
        <c:lblOffset val="100"/>
        <c:noMultiLvlLbl val="0"/>
      </c:catAx>
      <c:valAx>
        <c:axId val="105068192"/>
        <c:scaling>
          <c:orientation val="minMax"/>
          <c:max val="100"/>
        </c:scaling>
        <c:delete val="0"/>
        <c:axPos val="l"/>
        <c:majorGridlines>
          <c:spPr>
            <a:ln w="9525" cap="flat" cmpd="sng" algn="ctr">
              <a:solidFill>
                <a:schemeClr val="bg2">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bg2">
                    <a:lumMod val="50000"/>
                  </a:schemeClr>
                </a:solidFill>
                <a:latin typeface="+mn-lt"/>
                <a:ea typeface="+mn-ea"/>
                <a:cs typeface="+mn-cs"/>
              </a:defRPr>
            </a:pPr>
            <a:endParaRPr lang="en-US"/>
          </a:p>
        </c:txPr>
        <c:crossAx val="31220720"/>
        <c:crosses val="autoZero"/>
        <c:crossBetween val="between"/>
        <c:majorUnit val="2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5"/>
            </a:solidFill>
            <a:ln>
              <a:noFill/>
            </a:ln>
            <a:effectLst/>
          </c:spPr>
          <c:invertIfNegative val="0"/>
          <c:dPt>
            <c:idx val="6"/>
            <c:invertIfNegative val="0"/>
            <c:bubble3D val="0"/>
            <c:spPr>
              <a:solidFill>
                <a:schemeClr val="bg2"/>
              </a:solidFill>
              <a:ln>
                <a:noFill/>
              </a:ln>
              <a:effectLst/>
            </c:spPr>
            <c:extLst>
              <c:ext xmlns:c16="http://schemas.microsoft.com/office/drawing/2014/chart" uri="{C3380CC4-5D6E-409C-BE32-E72D297353CC}">
                <c16:uniqueId val="{00000000-16D7-FE47-8DAE-07A10BEC6195}"/>
              </c:ext>
            </c:extLst>
          </c:dPt>
          <c:cat>
            <c:strRef>
              <c:f>Sheet1!$A$2:$A$9</c:f>
              <c:strCache>
                <c:ptCount val="8"/>
                <c:pt idx="0">
                  <c:v>A</c:v>
                </c:pt>
                <c:pt idx="1">
                  <c:v>B</c:v>
                </c:pt>
                <c:pt idx="2">
                  <c:v>C</c:v>
                </c:pt>
                <c:pt idx="3">
                  <c:v>D</c:v>
                </c:pt>
                <c:pt idx="4">
                  <c:v>E</c:v>
                </c:pt>
                <c:pt idx="5">
                  <c:v>F</c:v>
                </c:pt>
                <c:pt idx="6">
                  <c:v>G</c:v>
                </c:pt>
                <c:pt idx="7">
                  <c:v>H</c:v>
                </c:pt>
              </c:strCache>
            </c:strRef>
          </c:cat>
          <c:val>
            <c:numRef>
              <c:f>Sheet1!$B$2:$B$9</c:f>
              <c:numCache>
                <c:formatCode>General</c:formatCode>
                <c:ptCount val="8"/>
                <c:pt idx="0">
                  <c:v>100</c:v>
                </c:pt>
                <c:pt idx="1">
                  <c:v>70</c:v>
                </c:pt>
                <c:pt idx="2">
                  <c:v>50</c:v>
                </c:pt>
                <c:pt idx="3">
                  <c:v>75</c:v>
                </c:pt>
                <c:pt idx="4">
                  <c:v>80</c:v>
                </c:pt>
                <c:pt idx="5">
                  <c:v>65</c:v>
                </c:pt>
                <c:pt idx="6">
                  <c:v>90</c:v>
                </c:pt>
                <c:pt idx="7">
                  <c:v>40</c:v>
                </c:pt>
              </c:numCache>
            </c:numRef>
          </c:val>
          <c:extLst>
            <c:ext xmlns:c16="http://schemas.microsoft.com/office/drawing/2014/chart" uri="{C3380CC4-5D6E-409C-BE32-E72D297353CC}">
              <c16:uniqueId val="{00000000-BDC9-6E47-8B07-BB3C54502A0A}"/>
            </c:ext>
          </c:extLst>
        </c:ser>
        <c:dLbls>
          <c:showLegendKey val="0"/>
          <c:showVal val="0"/>
          <c:showCatName val="0"/>
          <c:showSerName val="0"/>
          <c:showPercent val="0"/>
          <c:showBubbleSize val="0"/>
        </c:dLbls>
        <c:gapWidth val="219"/>
        <c:overlap val="-27"/>
        <c:axId val="31220720"/>
        <c:axId val="105068192"/>
      </c:barChart>
      <c:catAx>
        <c:axId val="31220720"/>
        <c:scaling>
          <c:orientation val="minMax"/>
        </c:scaling>
        <c:delete val="0"/>
        <c:axPos val="b"/>
        <c:numFmt formatCode="General" sourceLinked="1"/>
        <c:majorTickMark val="none"/>
        <c:minorTickMark val="none"/>
        <c:tickLblPos val="nextTo"/>
        <c:spPr>
          <a:noFill/>
          <a:ln w="9525" cap="flat" cmpd="sng" algn="ctr">
            <a:solidFill>
              <a:schemeClr val="bg2">
                <a:lumMod val="75000"/>
              </a:schemeClr>
            </a:solidFill>
            <a:round/>
          </a:ln>
          <a:effectLst/>
        </c:spPr>
        <c:txPr>
          <a:bodyPr rot="-60000000" spcFirstLastPara="1" vertOverflow="ellipsis" vert="horz" wrap="square" anchor="ctr" anchorCtr="1"/>
          <a:lstStyle/>
          <a:p>
            <a:pPr>
              <a:defRPr sz="1050" b="0" i="0" u="none" strike="noStrike" kern="1200" baseline="0">
                <a:solidFill>
                  <a:schemeClr val="bg2">
                    <a:lumMod val="95000"/>
                  </a:schemeClr>
                </a:solidFill>
                <a:latin typeface="+mn-lt"/>
                <a:ea typeface="+mn-ea"/>
                <a:cs typeface="+mn-cs"/>
              </a:defRPr>
            </a:pPr>
            <a:endParaRPr lang="en-US"/>
          </a:p>
        </c:txPr>
        <c:crossAx val="105068192"/>
        <c:crosses val="autoZero"/>
        <c:auto val="1"/>
        <c:lblAlgn val="ctr"/>
        <c:lblOffset val="100"/>
        <c:noMultiLvlLbl val="0"/>
      </c:catAx>
      <c:valAx>
        <c:axId val="105068192"/>
        <c:scaling>
          <c:orientation val="minMax"/>
          <c:max val="100"/>
        </c:scaling>
        <c:delete val="0"/>
        <c:axPos val="l"/>
        <c:majorGridlines>
          <c:spPr>
            <a:ln w="9525" cap="flat" cmpd="sng" algn="ctr">
              <a:solidFill>
                <a:schemeClr val="bg2">
                  <a:lumMod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bg2">
                    <a:lumMod val="95000"/>
                  </a:schemeClr>
                </a:solidFill>
                <a:latin typeface="+mn-lt"/>
                <a:ea typeface="+mn-ea"/>
                <a:cs typeface="+mn-cs"/>
              </a:defRPr>
            </a:pPr>
            <a:endParaRPr lang="en-US"/>
          </a:p>
        </c:txPr>
        <c:crossAx val="31220720"/>
        <c:crosses val="autoZero"/>
        <c:crossBetween val="between"/>
        <c:majorUnit val="2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solidFill>
              <a:schemeClr val="tx2"/>
            </a:solidFill>
            <a:ln>
              <a:noFill/>
            </a:ln>
            <a:effectLst/>
          </c:spPr>
          <c:invertIfNegative val="0"/>
          <c:dPt>
            <c:idx val="0"/>
            <c:invertIfNegative val="0"/>
            <c:bubble3D val="0"/>
            <c:spPr>
              <a:solidFill>
                <a:schemeClr val="tx2"/>
              </a:solidFill>
              <a:ln>
                <a:noFill/>
              </a:ln>
              <a:effectLst/>
            </c:spPr>
            <c:extLst>
              <c:ext xmlns:c16="http://schemas.microsoft.com/office/drawing/2014/chart" uri="{C3380CC4-5D6E-409C-BE32-E72D297353CC}">
                <c16:uniqueId val="{00000006-7B35-6A4D-B4D6-ECB21C65CE3E}"/>
              </c:ext>
            </c:extLst>
          </c:dPt>
          <c:dPt>
            <c:idx val="1"/>
            <c:invertIfNegative val="0"/>
            <c:bubble3D val="0"/>
            <c:spPr>
              <a:solidFill>
                <a:schemeClr val="tx2"/>
              </a:solidFill>
              <a:ln>
                <a:noFill/>
              </a:ln>
              <a:effectLst/>
            </c:spPr>
            <c:extLst>
              <c:ext xmlns:c16="http://schemas.microsoft.com/office/drawing/2014/chart" uri="{C3380CC4-5D6E-409C-BE32-E72D297353CC}">
                <c16:uniqueId val="{00000005-7B35-6A4D-B4D6-ECB21C65CE3E}"/>
              </c:ext>
            </c:extLst>
          </c:dPt>
          <c:dPt>
            <c:idx val="2"/>
            <c:invertIfNegative val="0"/>
            <c:bubble3D val="0"/>
            <c:spPr>
              <a:solidFill>
                <a:schemeClr val="tx2"/>
              </a:solidFill>
              <a:ln>
                <a:noFill/>
              </a:ln>
              <a:effectLst/>
            </c:spPr>
            <c:extLst>
              <c:ext xmlns:c16="http://schemas.microsoft.com/office/drawing/2014/chart" uri="{C3380CC4-5D6E-409C-BE32-E72D297353CC}">
                <c16:uniqueId val="{00000004-7B35-6A4D-B4D6-ECB21C65CE3E}"/>
              </c:ext>
            </c:extLst>
          </c:dPt>
          <c:dPt>
            <c:idx val="3"/>
            <c:invertIfNegative val="0"/>
            <c:bubble3D val="0"/>
            <c:spPr>
              <a:solidFill>
                <a:schemeClr val="accent5"/>
              </a:solidFill>
              <a:ln>
                <a:noFill/>
              </a:ln>
              <a:effectLst/>
            </c:spPr>
            <c:extLst>
              <c:ext xmlns:c16="http://schemas.microsoft.com/office/drawing/2014/chart" uri="{C3380CC4-5D6E-409C-BE32-E72D297353CC}">
                <c16:uniqueId val="{00000003-7B35-6A4D-B4D6-ECB21C65CE3E}"/>
              </c:ext>
            </c:extLst>
          </c:dPt>
          <c:dLbls>
            <c:dLbl>
              <c:idx val="3"/>
              <c:numFmt formatCode="0%"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3-7B35-6A4D-B4D6-ECB21C65CE3E}"/>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bg2"/>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c:v>
                </c:pt>
                <c:pt idx="1">
                  <c:v>C</c:v>
                </c:pt>
                <c:pt idx="2">
                  <c:v>B</c:v>
                </c:pt>
                <c:pt idx="3">
                  <c:v>A</c:v>
                </c:pt>
              </c:strCache>
            </c:strRef>
          </c:cat>
          <c:val>
            <c:numRef>
              <c:f>Sheet1!$B$2:$B$5</c:f>
              <c:numCache>
                <c:formatCode>0%</c:formatCode>
                <c:ptCount val="4"/>
                <c:pt idx="0">
                  <c:v>0.5</c:v>
                </c:pt>
                <c:pt idx="1">
                  <c:v>0.25</c:v>
                </c:pt>
                <c:pt idx="2">
                  <c:v>0.6</c:v>
                </c:pt>
                <c:pt idx="3">
                  <c:v>0.8</c:v>
                </c:pt>
              </c:numCache>
            </c:numRef>
          </c:val>
          <c:extLst>
            <c:ext xmlns:c16="http://schemas.microsoft.com/office/drawing/2014/chart" uri="{C3380CC4-5D6E-409C-BE32-E72D297353CC}">
              <c16:uniqueId val="{00000000-7B35-6A4D-B4D6-ECB21C65CE3E}"/>
            </c:ext>
          </c:extLst>
        </c:ser>
        <c:ser>
          <c:idx val="1"/>
          <c:order val="1"/>
          <c:tx>
            <c:strRef>
              <c:f>Sheet1!$C$1</c:f>
              <c:strCache>
                <c:ptCount val="1"/>
                <c:pt idx="0">
                  <c:v>Series 3</c:v>
                </c:pt>
              </c:strCache>
            </c:strRef>
          </c:tx>
          <c:spPr>
            <a:solidFill>
              <a:schemeClr val="bg2">
                <a:lumMod val="95000"/>
              </a:schemeClr>
            </a:solidFill>
            <a:ln>
              <a:noFill/>
            </a:ln>
            <a:effectLst/>
          </c:spPr>
          <c:invertIfNegative val="0"/>
          <c:cat>
            <c:strRef>
              <c:f>Sheet1!$A$2:$A$5</c:f>
              <c:strCache>
                <c:ptCount val="4"/>
                <c:pt idx="0">
                  <c:v>D</c:v>
                </c:pt>
                <c:pt idx="1">
                  <c:v>C</c:v>
                </c:pt>
                <c:pt idx="2">
                  <c:v>B</c:v>
                </c:pt>
                <c:pt idx="3">
                  <c:v>A</c:v>
                </c:pt>
              </c:strCache>
            </c:strRef>
          </c:cat>
          <c:val>
            <c:numRef>
              <c:f>Sheet1!$C$2:$C$5</c:f>
              <c:numCache>
                <c:formatCode>0%</c:formatCode>
                <c:ptCount val="4"/>
                <c:pt idx="0">
                  <c:v>1</c:v>
                </c:pt>
                <c:pt idx="1">
                  <c:v>1</c:v>
                </c:pt>
                <c:pt idx="2">
                  <c:v>1</c:v>
                </c:pt>
                <c:pt idx="3">
                  <c:v>1</c:v>
                </c:pt>
              </c:numCache>
            </c:numRef>
          </c:val>
          <c:extLst>
            <c:ext xmlns:c16="http://schemas.microsoft.com/office/drawing/2014/chart" uri="{C3380CC4-5D6E-409C-BE32-E72D297353CC}">
              <c16:uniqueId val="{00000001-7B35-6A4D-B4D6-ECB21C65CE3E}"/>
            </c:ext>
          </c:extLst>
        </c:ser>
        <c:dLbls>
          <c:showLegendKey val="0"/>
          <c:showVal val="0"/>
          <c:showCatName val="0"/>
          <c:showSerName val="0"/>
          <c:showPercent val="0"/>
          <c:showBubbleSize val="0"/>
        </c:dLbls>
        <c:gapWidth val="150"/>
        <c:overlap val="100"/>
        <c:axId val="598068480"/>
        <c:axId val="959164288"/>
      </c:barChart>
      <c:catAx>
        <c:axId val="598068480"/>
        <c:scaling>
          <c:orientation val="minMax"/>
        </c:scaling>
        <c:delete val="0"/>
        <c:axPos val="l"/>
        <c:numFmt formatCode="General" sourceLinked="1"/>
        <c:majorTickMark val="none"/>
        <c:minorTickMark val="none"/>
        <c:tickLblPos val="nextTo"/>
        <c:spPr>
          <a:noFill/>
          <a:ln w="9525" cap="flat" cmpd="sng" algn="ctr">
            <a:solidFill>
              <a:schemeClr val="bg2">
                <a:lumMod val="7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959164288"/>
        <c:crosses val="autoZero"/>
        <c:auto val="1"/>
        <c:lblAlgn val="ctr"/>
        <c:lblOffset val="100"/>
        <c:noMultiLvlLbl val="0"/>
      </c:catAx>
      <c:valAx>
        <c:axId val="959164288"/>
        <c:scaling>
          <c:orientation val="minMax"/>
        </c:scaling>
        <c:delete val="1"/>
        <c:axPos val="b"/>
        <c:numFmt formatCode="0%" sourceLinked="1"/>
        <c:majorTickMark val="none"/>
        <c:minorTickMark val="none"/>
        <c:tickLblPos val="nextTo"/>
        <c:crossAx val="5980684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solidFill>
              <a:schemeClr val="accent5"/>
            </a:solidFill>
            <a:ln>
              <a:noFill/>
            </a:ln>
            <a:effectLst/>
          </c:spPr>
          <c:invertIfNegative val="0"/>
          <c:dPt>
            <c:idx val="0"/>
            <c:invertIfNegative val="0"/>
            <c:bubble3D val="0"/>
            <c:spPr>
              <a:solidFill>
                <a:schemeClr val="accent5"/>
              </a:solidFill>
              <a:ln>
                <a:noFill/>
              </a:ln>
              <a:effectLst/>
            </c:spPr>
            <c:extLst>
              <c:ext xmlns:c16="http://schemas.microsoft.com/office/drawing/2014/chart" uri="{C3380CC4-5D6E-409C-BE32-E72D297353CC}">
                <c16:uniqueId val="{00000006-7B35-6A4D-B4D6-ECB21C65CE3E}"/>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5-7B35-6A4D-B4D6-ECB21C65CE3E}"/>
              </c:ext>
            </c:extLst>
          </c:dPt>
          <c:dPt>
            <c:idx val="2"/>
            <c:invertIfNegative val="0"/>
            <c:bubble3D val="0"/>
            <c:spPr>
              <a:solidFill>
                <a:schemeClr val="accent5"/>
              </a:solidFill>
              <a:ln>
                <a:noFill/>
              </a:ln>
              <a:effectLst/>
            </c:spPr>
            <c:extLst>
              <c:ext xmlns:c16="http://schemas.microsoft.com/office/drawing/2014/chart" uri="{C3380CC4-5D6E-409C-BE32-E72D297353CC}">
                <c16:uniqueId val="{00000004-7B35-6A4D-B4D6-ECB21C65CE3E}"/>
              </c:ext>
            </c:extLst>
          </c:dPt>
          <c:dPt>
            <c:idx val="3"/>
            <c:invertIfNegative val="0"/>
            <c:bubble3D val="0"/>
            <c:spPr>
              <a:solidFill>
                <a:schemeClr val="bg2">
                  <a:lumMod val="95000"/>
                </a:schemeClr>
              </a:solidFill>
              <a:ln>
                <a:noFill/>
              </a:ln>
              <a:effectLst/>
            </c:spPr>
            <c:extLst>
              <c:ext xmlns:c16="http://schemas.microsoft.com/office/drawing/2014/chart" uri="{C3380CC4-5D6E-409C-BE32-E72D297353CC}">
                <c16:uniqueId val="{00000003-7B35-6A4D-B4D6-ECB21C65CE3E}"/>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2"/>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c:v>
                </c:pt>
                <c:pt idx="1">
                  <c:v>C</c:v>
                </c:pt>
                <c:pt idx="2">
                  <c:v>B</c:v>
                </c:pt>
                <c:pt idx="3">
                  <c:v>A</c:v>
                </c:pt>
              </c:strCache>
            </c:strRef>
          </c:cat>
          <c:val>
            <c:numRef>
              <c:f>Sheet1!$B$2:$B$5</c:f>
              <c:numCache>
                <c:formatCode>0%</c:formatCode>
                <c:ptCount val="4"/>
                <c:pt idx="0">
                  <c:v>0.5</c:v>
                </c:pt>
                <c:pt idx="1">
                  <c:v>0.25</c:v>
                </c:pt>
                <c:pt idx="2">
                  <c:v>0.6</c:v>
                </c:pt>
                <c:pt idx="3">
                  <c:v>0.8</c:v>
                </c:pt>
              </c:numCache>
            </c:numRef>
          </c:val>
          <c:extLst>
            <c:ext xmlns:c16="http://schemas.microsoft.com/office/drawing/2014/chart" uri="{C3380CC4-5D6E-409C-BE32-E72D297353CC}">
              <c16:uniqueId val="{00000000-7B35-6A4D-B4D6-ECB21C65CE3E}"/>
            </c:ext>
          </c:extLst>
        </c:ser>
        <c:ser>
          <c:idx val="1"/>
          <c:order val="1"/>
          <c:tx>
            <c:strRef>
              <c:f>Sheet1!$C$1</c:f>
              <c:strCache>
                <c:ptCount val="1"/>
                <c:pt idx="0">
                  <c:v>Series 3</c:v>
                </c:pt>
              </c:strCache>
            </c:strRef>
          </c:tx>
          <c:spPr>
            <a:solidFill>
              <a:schemeClr val="accent3">
                <a:lumMod val="20000"/>
                <a:lumOff val="80000"/>
                <a:alpha val="20199"/>
              </a:schemeClr>
            </a:solidFill>
            <a:ln>
              <a:noFill/>
            </a:ln>
            <a:effectLst/>
          </c:spPr>
          <c:invertIfNegative val="0"/>
          <c:cat>
            <c:strRef>
              <c:f>Sheet1!$A$2:$A$5</c:f>
              <c:strCache>
                <c:ptCount val="4"/>
                <c:pt idx="0">
                  <c:v>D</c:v>
                </c:pt>
                <c:pt idx="1">
                  <c:v>C</c:v>
                </c:pt>
                <c:pt idx="2">
                  <c:v>B</c:v>
                </c:pt>
                <c:pt idx="3">
                  <c:v>A</c:v>
                </c:pt>
              </c:strCache>
            </c:strRef>
          </c:cat>
          <c:val>
            <c:numRef>
              <c:f>Sheet1!$C$2:$C$5</c:f>
              <c:numCache>
                <c:formatCode>0%</c:formatCode>
                <c:ptCount val="4"/>
                <c:pt idx="0">
                  <c:v>1</c:v>
                </c:pt>
                <c:pt idx="1">
                  <c:v>1</c:v>
                </c:pt>
                <c:pt idx="2">
                  <c:v>1</c:v>
                </c:pt>
                <c:pt idx="3">
                  <c:v>1</c:v>
                </c:pt>
              </c:numCache>
            </c:numRef>
          </c:val>
          <c:extLst>
            <c:ext xmlns:c16="http://schemas.microsoft.com/office/drawing/2014/chart" uri="{C3380CC4-5D6E-409C-BE32-E72D297353CC}">
              <c16:uniqueId val="{00000001-7B35-6A4D-B4D6-ECB21C65CE3E}"/>
            </c:ext>
          </c:extLst>
        </c:ser>
        <c:dLbls>
          <c:showLegendKey val="0"/>
          <c:showVal val="0"/>
          <c:showCatName val="0"/>
          <c:showSerName val="0"/>
          <c:showPercent val="0"/>
          <c:showBubbleSize val="0"/>
        </c:dLbls>
        <c:gapWidth val="150"/>
        <c:overlap val="100"/>
        <c:axId val="598068480"/>
        <c:axId val="959164288"/>
      </c:barChart>
      <c:catAx>
        <c:axId val="598068480"/>
        <c:scaling>
          <c:orientation val="minMax"/>
        </c:scaling>
        <c:delete val="0"/>
        <c:axPos val="l"/>
        <c:numFmt formatCode="General" sourceLinked="1"/>
        <c:majorTickMark val="none"/>
        <c:minorTickMark val="none"/>
        <c:tickLblPos val="nextTo"/>
        <c:spPr>
          <a:noFill/>
          <a:ln w="9525" cap="flat" cmpd="sng" algn="ctr">
            <a:solidFill>
              <a:schemeClr val="bg2">
                <a:lumMod val="7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959164288"/>
        <c:crosses val="autoZero"/>
        <c:auto val="1"/>
        <c:lblAlgn val="ctr"/>
        <c:lblOffset val="100"/>
        <c:noMultiLvlLbl val="0"/>
      </c:catAx>
      <c:valAx>
        <c:axId val="959164288"/>
        <c:scaling>
          <c:orientation val="minMax"/>
        </c:scaling>
        <c:delete val="1"/>
        <c:axPos val="b"/>
        <c:numFmt formatCode="0%" sourceLinked="1"/>
        <c:majorTickMark val="none"/>
        <c:minorTickMark val="none"/>
        <c:tickLblPos val="nextTo"/>
        <c:crossAx val="5980684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5"/>
              </a:solidFill>
              <a:ln w="19050">
                <a:noFill/>
              </a:ln>
              <a:effectLst/>
            </c:spPr>
            <c:extLst>
              <c:ext xmlns:c16="http://schemas.microsoft.com/office/drawing/2014/chart" uri="{C3380CC4-5D6E-409C-BE32-E72D297353CC}">
                <c16:uniqueId val="{00000001-7ED9-5C4A-85DF-38FAFC1DBFF7}"/>
              </c:ext>
            </c:extLst>
          </c:dPt>
          <c:dPt>
            <c:idx val="1"/>
            <c:bubble3D val="0"/>
            <c:spPr>
              <a:solidFill>
                <a:schemeClr val="bg2">
                  <a:lumMod val="95000"/>
                </a:schemeClr>
              </a:solidFill>
              <a:ln w="19050">
                <a:noFill/>
              </a:ln>
              <a:effectLst/>
            </c:spPr>
            <c:extLst>
              <c:ext xmlns:c16="http://schemas.microsoft.com/office/drawing/2014/chart" uri="{C3380CC4-5D6E-409C-BE32-E72D297353CC}">
                <c16:uniqueId val="{00000002-7ED9-5C4A-85DF-38FAFC1DBFF7}"/>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c:ext xmlns:c16="http://schemas.microsoft.com/office/drawing/2014/chart" uri="{C3380CC4-5D6E-409C-BE32-E72D297353CC}">
              <c16:uniqueId val="{00000000-7ED9-5C4A-85DF-38FAFC1DBFF7}"/>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5"/>
              </a:solidFill>
              <a:ln w="19050">
                <a:noFill/>
              </a:ln>
              <a:effectLst/>
            </c:spPr>
            <c:extLst>
              <c:ext xmlns:c16="http://schemas.microsoft.com/office/drawing/2014/chart" uri="{C3380CC4-5D6E-409C-BE32-E72D297353CC}">
                <c16:uniqueId val="{00000001-7ED9-5C4A-85DF-38FAFC1DBFF7}"/>
              </c:ext>
            </c:extLst>
          </c:dPt>
          <c:dPt>
            <c:idx val="1"/>
            <c:bubble3D val="0"/>
            <c:spPr>
              <a:solidFill>
                <a:schemeClr val="accent3">
                  <a:alpha val="30000"/>
                </a:schemeClr>
              </a:solidFill>
              <a:ln w="19050">
                <a:noFill/>
              </a:ln>
              <a:effectLst/>
            </c:spPr>
            <c:extLst>
              <c:ext xmlns:c16="http://schemas.microsoft.com/office/drawing/2014/chart" uri="{C3380CC4-5D6E-409C-BE32-E72D297353CC}">
                <c16:uniqueId val="{00000002-7ED9-5C4A-85DF-38FAFC1DBFF7}"/>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c:ext xmlns:c16="http://schemas.microsoft.com/office/drawing/2014/chart" uri="{C3380CC4-5D6E-409C-BE32-E72D297353CC}">
              <c16:uniqueId val="{00000000-7ED9-5C4A-85DF-38FAFC1DBFF7}"/>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5"/>
              </a:solidFill>
              <a:ln w="19050">
                <a:noFill/>
              </a:ln>
              <a:effectLst/>
            </c:spPr>
            <c:extLst>
              <c:ext xmlns:c16="http://schemas.microsoft.com/office/drawing/2014/chart" uri="{C3380CC4-5D6E-409C-BE32-E72D297353CC}">
                <c16:uniqueId val="{00000001-7ED9-5C4A-85DF-38FAFC1DBFF7}"/>
              </c:ext>
            </c:extLst>
          </c:dPt>
          <c:dPt>
            <c:idx val="1"/>
            <c:bubble3D val="0"/>
            <c:spPr>
              <a:solidFill>
                <a:schemeClr val="accent1"/>
              </a:solidFill>
              <a:ln w="19050">
                <a:noFill/>
              </a:ln>
              <a:effectLst/>
            </c:spPr>
            <c:extLst>
              <c:ext xmlns:c16="http://schemas.microsoft.com/office/drawing/2014/chart" uri="{C3380CC4-5D6E-409C-BE32-E72D297353CC}">
                <c16:uniqueId val="{00000002-7ED9-5C4A-85DF-38FAFC1DBFF7}"/>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c:ext xmlns:c16="http://schemas.microsoft.com/office/drawing/2014/chart" uri="{C3380CC4-5D6E-409C-BE32-E72D297353CC}">
              <c16:uniqueId val="{00000000-7ED9-5C4A-85DF-38FAFC1DBFF7}"/>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5"/>
              </a:solidFill>
              <a:ln w="19050">
                <a:noFill/>
              </a:ln>
              <a:effectLst/>
            </c:spPr>
            <c:extLst>
              <c:ext xmlns:c16="http://schemas.microsoft.com/office/drawing/2014/chart" uri="{C3380CC4-5D6E-409C-BE32-E72D297353CC}">
                <c16:uniqueId val="{00000001-7ED9-5C4A-85DF-38FAFC1DBFF7}"/>
              </c:ext>
            </c:extLst>
          </c:dPt>
          <c:dPt>
            <c:idx val="1"/>
            <c:bubble3D val="0"/>
            <c:spPr>
              <a:solidFill>
                <a:schemeClr val="bg2">
                  <a:lumMod val="95000"/>
                </a:schemeClr>
              </a:solidFill>
              <a:ln w="19050">
                <a:noFill/>
              </a:ln>
              <a:effectLst/>
            </c:spPr>
            <c:extLst>
              <c:ext xmlns:c16="http://schemas.microsoft.com/office/drawing/2014/chart" uri="{C3380CC4-5D6E-409C-BE32-E72D297353CC}">
                <c16:uniqueId val="{00000002-7ED9-5C4A-85DF-38FAFC1DBFF7}"/>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c:ext xmlns:c16="http://schemas.microsoft.com/office/drawing/2014/chart" uri="{C3380CC4-5D6E-409C-BE32-E72D297353CC}">
              <c16:uniqueId val="{00000000-7ED9-5C4A-85DF-38FAFC1DBFF7}"/>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1"/>
            </a:solidFill>
            <a:ln w="28575">
              <a:noFill/>
            </a:ln>
          </c:spPr>
          <c:dPt>
            <c:idx val="0"/>
            <c:bubble3D val="0"/>
            <c:spPr>
              <a:solidFill>
                <a:schemeClr val="accent3">
                  <a:lumMod val="40000"/>
                  <a:lumOff val="60000"/>
                </a:schemeClr>
              </a:solidFill>
              <a:ln w="28575">
                <a:noFill/>
              </a:ln>
              <a:effectLst/>
            </c:spPr>
            <c:extLst>
              <c:ext xmlns:c16="http://schemas.microsoft.com/office/drawing/2014/chart" uri="{C3380CC4-5D6E-409C-BE32-E72D297353CC}">
                <c16:uniqueId val="{00000001-9B25-5848-AD14-5758E2D1672A}"/>
              </c:ext>
            </c:extLst>
          </c:dPt>
          <c:dPt>
            <c:idx val="1"/>
            <c:bubble3D val="0"/>
            <c:spPr>
              <a:solidFill>
                <a:schemeClr val="accent3">
                  <a:lumMod val="75000"/>
                </a:schemeClr>
              </a:solidFill>
              <a:ln w="28575">
                <a:noFill/>
              </a:ln>
              <a:effectLst/>
            </c:spPr>
            <c:extLst>
              <c:ext xmlns:c16="http://schemas.microsoft.com/office/drawing/2014/chart" uri="{C3380CC4-5D6E-409C-BE32-E72D297353CC}">
                <c16:uniqueId val="{00000003-9B25-5848-AD14-5758E2D1672A}"/>
              </c:ext>
            </c:extLst>
          </c:dPt>
          <c:dPt>
            <c:idx val="2"/>
            <c:bubble3D val="0"/>
            <c:spPr>
              <a:solidFill>
                <a:schemeClr val="accent3"/>
              </a:solidFill>
              <a:ln w="28575">
                <a:noFill/>
              </a:ln>
              <a:effectLst/>
            </c:spPr>
            <c:extLst>
              <c:ext xmlns:c16="http://schemas.microsoft.com/office/drawing/2014/chart" uri="{C3380CC4-5D6E-409C-BE32-E72D297353CC}">
                <c16:uniqueId val="{00000005-9B25-5848-AD14-5758E2D1672A}"/>
              </c:ext>
            </c:extLst>
          </c:dPt>
          <c:dPt>
            <c:idx val="3"/>
            <c:bubble3D val="0"/>
            <c:spPr>
              <a:solidFill>
                <a:schemeClr val="accent3">
                  <a:lumMod val="60000"/>
                  <a:lumOff val="40000"/>
                </a:schemeClr>
              </a:solidFill>
              <a:ln w="28575">
                <a:noFill/>
              </a:ln>
              <a:effectLst/>
            </c:spPr>
            <c:extLst>
              <c:ext xmlns:c16="http://schemas.microsoft.com/office/drawing/2014/chart" uri="{C3380CC4-5D6E-409C-BE32-E72D297353CC}">
                <c16:uniqueId val="{00000007-9B25-5848-AD14-5758E2D1672A}"/>
              </c:ext>
            </c:extLst>
          </c:dPt>
          <c:cat>
            <c:strRef>
              <c:f>Sheet1!$A$2:$A$5</c:f>
              <c:strCache>
                <c:ptCount val="4"/>
                <c:pt idx="0">
                  <c:v>1st Qtr</c:v>
                </c:pt>
                <c:pt idx="1">
                  <c:v>2nd Qtr</c:v>
                </c:pt>
                <c:pt idx="2">
                  <c:v>3rd Qtr</c:v>
                </c:pt>
                <c:pt idx="3">
                  <c:v>4th Qtr</c:v>
                </c:pt>
              </c:strCache>
            </c:strRef>
          </c:cat>
          <c:val>
            <c:numRef>
              <c:f>Sheet1!$B$2:$B$5</c:f>
              <c:numCache>
                <c:formatCode>0%</c:formatCode>
                <c:ptCount val="4"/>
                <c:pt idx="0">
                  <c:v>0.25</c:v>
                </c:pt>
                <c:pt idx="1">
                  <c:v>0.5</c:v>
                </c:pt>
                <c:pt idx="2">
                  <c:v>0.15</c:v>
                </c:pt>
                <c:pt idx="3">
                  <c:v>0.1</c:v>
                </c:pt>
              </c:numCache>
            </c:numRef>
          </c:val>
          <c:extLst>
            <c:ext xmlns:c16="http://schemas.microsoft.com/office/drawing/2014/chart" uri="{C3380CC4-5D6E-409C-BE32-E72D297353CC}">
              <c16:uniqueId val="{00000008-9B25-5848-AD14-5758E2D1672A}"/>
            </c:ext>
          </c:extLst>
        </c:ser>
        <c:dLbls>
          <c:showLegendKey val="0"/>
          <c:showVal val="0"/>
          <c:showCatName val="0"/>
          <c:showSerName val="0"/>
          <c:showPercent val="0"/>
          <c:showBubbleSize val="0"/>
          <c:showLeaderLines val="1"/>
        </c:dLbls>
        <c:firstSliceAng val="90"/>
        <c:holeSize val="6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4">
                  <a:lumMod val="20000"/>
                  <a:lumOff val="80000"/>
                </a:schemeClr>
              </a:solidFill>
              <a:ln w="19050">
                <a:noFill/>
              </a:ln>
              <a:effectLst/>
            </c:spPr>
            <c:extLst>
              <c:ext xmlns:c16="http://schemas.microsoft.com/office/drawing/2014/chart" uri="{C3380CC4-5D6E-409C-BE32-E72D297353CC}">
                <c16:uniqueId val="{00000001-9B25-5848-AD14-5758E2D1672A}"/>
              </c:ext>
            </c:extLst>
          </c:dPt>
          <c:dPt>
            <c:idx val="1"/>
            <c:bubble3D val="0"/>
            <c:spPr>
              <a:solidFill>
                <a:schemeClr val="accent4">
                  <a:lumMod val="75000"/>
                </a:schemeClr>
              </a:solidFill>
              <a:ln w="19050">
                <a:noFill/>
              </a:ln>
              <a:effectLst/>
            </c:spPr>
            <c:extLst>
              <c:ext xmlns:c16="http://schemas.microsoft.com/office/drawing/2014/chart" uri="{C3380CC4-5D6E-409C-BE32-E72D297353CC}">
                <c16:uniqueId val="{00000003-9B25-5848-AD14-5758E2D1672A}"/>
              </c:ext>
            </c:extLst>
          </c:dPt>
          <c:dPt>
            <c:idx val="2"/>
            <c:bubble3D val="0"/>
            <c:spPr>
              <a:solidFill>
                <a:schemeClr val="accent3">
                  <a:lumMod val="60000"/>
                  <a:lumOff val="40000"/>
                </a:schemeClr>
              </a:solidFill>
              <a:ln w="19050">
                <a:noFill/>
              </a:ln>
              <a:effectLst/>
            </c:spPr>
            <c:extLst>
              <c:ext xmlns:c16="http://schemas.microsoft.com/office/drawing/2014/chart" uri="{C3380CC4-5D6E-409C-BE32-E72D297353CC}">
                <c16:uniqueId val="{00000005-9B25-5848-AD14-5758E2D1672A}"/>
              </c:ext>
            </c:extLst>
          </c:dPt>
          <c:dPt>
            <c:idx val="3"/>
            <c:bubble3D val="0"/>
            <c:spPr>
              <a:solidFill>
                <a:schemeClr val="accent4">
                  <a:lumMod val="60000"/>
                  <a:lumOff val="40000"/>
                </a:schemeClr>
              </a:solidFill>
              <a:ln w="19050">
                <a:noFill/>
              </a:ln>
              <a:effectLst/>
            </c:spPr>
            <c:extLst>
              <c:ext xmlns:c16="http://schemas.microsoft.com/office/drawing/2014/chart" uri="{C3380CC4-5D6E-409C-BE32-E72D297353CC}">
                <c16:uniqueId val="{00000007-9B25-5848-AD14-5758E2D1672A}"/>
              </c:ext>
            </c:extLst>
          </c:dPt>
          <c:cat>
            <c:strRef>
              <c:f>Sheet1!$A$2:$A$5</c:f>
              <c:strCache>
                <c:ptCount val="4"/>
                <c:pt idx="0">
                  <c:v>1st Qtr</c:v>
                </c:pt>
                <c:pt idx="1">
                  <c:v>2nd Qtr</c:v>
                </c:pt>
                <c:pt idx="2">
                  <c:v>3rd Qtr</c:v>
                </c:pt>
                <c:pt idx="3">
                  <c:v>4th Qtr</c:v>
                </c:pt>
              </c:strCache>
            </c:strRef>
          </c:cat>
          <c:val>
            <c:numRef>
              <c:f>Sheet1!$B$2:$B$5</c:f>
              <c:numCache>
                <c:formatCode>0%</c:formatCode>
                <c:ptCount val="4"/>
                <c:pt idx="0">
                  <c:v>0.25</c:v>
                </c:pt>
                <c:pt idx="1">
                  <c:v>0.5</c:v>
                </c:pt>
                <c:pt idx="2">
                  <c:v>0.15</c:v>
                </c:pt>
                <c:pt idx="3">
                  <c:v>0.1</c:v>
                </c:pt>
              </c:numCache>
            </c:numRef>
          </c:val>
          <c:extLst>
            <c:ext xmlns:c16="http://schemas.microsoft.com/office/drawing/2014/chart" uri="{C3380CC4-5D6E-409C-BE32-E72D297353CC}">
              <c16:uniqueId val="{00000008-9B25-5848-AD14-5758E2D1672A}"/>
            </c:ext>
          </c:extLst>
        </c:ser>
        <c:dLbls>
          <c:showLegendKey val="0"/>
          <c:showVal val="0"/>
          <c:showCatName val="0"/>
          <c:showSerName val="0"/>
          <c:showPercent val="0"/>
          <c:showBubbleSize val="0"/>
          <c:showLeaderLines val="1"/>
        </c:dLbls>
        <c:firstSliceAng val="90"/>
        <c:holeSize val="6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chemeClr val="accent2"/>
              </a:solidFill>
              <a:round/>
            </a:ln>
            <a:effectLst/>
          </c:spPr>
          <c:marker>
            <c:symbol val="none"/>
          </c:marker>
          <c:cat>
            <c:strRef>
              <c:f>Sheet1!$A$2:$A$5</c:f>
              <c:strCache>
                <c:ptCount val="4"/>
                <c:pt idx="0">
                  <c:v>A</c:v>
                </c:pt>
                <c:pt idx="1">
                  <c:v>B</c:v>
                </c:pt>
                <c:pt idx="2">
                  <c:v>C</c:v>
                </c:pt>
                <c:pt idx="3">
                  <c:v>D</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11D-9F4C-AE06-D43603D0898B}"/>
            </c:ext>
          </c:extLst>
        </c:ser>
        <c:ser>
          <c:idx val="1"/>
          <c:order val="1"/>
          <c:tx>
            <c:strRef>
              <c:f>Sheet1!$C$1</c:f>
              <c:strCache>
                <c:ptCount val="1"/>
                <c:pt idx="0">
                  <c:v>Series 2</c:v>
                </c:pt>
              </c:strCache>
            </c:strRef>
          </c:tx>
          <c:spPr>
            <a:ln w="28575" cap="rnd">
              <a:solidFill>
                <a:schemeClr val="accent3"/>
              </a:solidFill>
              <a:round/>
            </a:ln>
            <a:effectLst/>
          </c:spPr>
          <c:marker>
            <c:symbol val="none"/>
          </c:marker>
          <c:cat>
            <c:strRef>
              <c:f>Sheet1!$A$2:$A$5</c:f>
              <c:strCache>
                <c:ptCount val="4"/>
                <c:pt idx="0">
                  <c:v>A</c:v>
                </c:pt>
                <c:pt idx="1">
                  <c:v>B</c:v>
                </c:pt>
                <c:pt idx="2">
                  <c:v>C</c:v>
                </c:pt>
                <c:pt idx="3">
                  <c:v>D</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11D-9F4C-AE06-D43603D0898B}"/>
            </c:ext>
          </c:extLst>
        </c:ser>
        <c:ser>
          <c:idx val="2"/>
          <c:order val="2"/>
          <c:tx>
            <c:strRef>
              <c:f>Sheet1!$D$1</c:f>
              <c:strCache>
                <c:ptCount val="1"/>
                <c:pt idx="0">
                  <c:v>Series 3</c:v>
                </c:pt>
              </c:strCache>
            </c:strRef>
          </c:tx>
          <c:spPr>
            <a:ln w="28575" cap="rnd">
              <a:solidFill>
                <a:schemeClr val="accent1"/>
              </a:solidFill>
              <a:round/>
            </a:ln>
            <a:effectLst/>
          </c:spPr>
          <c:marker>
            <c:symbol val="none"/>
          </c:marker>
          <c:cat>
            <c:strRef>
              <c:f>Sheet1!$A$2:$A$5</c:f>
              <c:strCache>
                <c:ptCount val="4"/>
                <c:pt idx="0">
                  <c:v>A</c:v>
                </c:pt>
                <c:pt idx="1">
                  <c:v>B</c:v>
                </c:pt>
                <c:pt idx="2">
                  <c:v>C</c:v>
                </c:pt>
                <c:pt idx="3">
                  <c:v>D</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11D-9F4C-AE06-D43603D0898B}"/>
            </c:ext>
          </c:extLst>
        </c:ser>
        <c:ser>
          <c:idx val="3"/>
          <c:order val="3"/>
          <c:tx>
            <c:strRef>
              <c:f>Sheet1!$E$1</c:f>
              <c:strCache>
                <c:ptCount val="1"/>
                <c:pt idx="0">
                  <c:v>Series 4</c:v>
                </c:pt>
              </c:strCache>
            </c:strRef>
          </c:tx>
          <c:spPr>
            <a:ln w="28575" cap="rnd">
              <a:solidFill>
                <a:schemeClr val="accent4"/>
              </a:solidFill>
              <a:round/>
            </a:ln>
            <a:effectLst/>
          </c:spPr>
          <c:marker>
            <c:symbol val="none"/>
          </c:marker>
          <c:cat>
            <c:strRef>
              <c:f>Sheet1!$A$2:$A$5</c:f>
              <c:strCache>
                <c:ptCount val="4"/>
                <c:pt idx="0">
                  <c:v>A</c:v>
                </c:pt>
                <c:pt idx="1">
                  <c:v>B</c:v>
                </c:pt>
                <c:pt idx="2">
                  <c:v>C</c:v>
                </c:pt>
                <c:pt idx="3">
                  <c:v>D</c:v>
                </c:pt>
              </c:strCache>
            </c:strRef>
          </c:cat>
          <c:val>
            <c:numRef>
              <c:f>Sheet1!$E$2:$E$5</c:f>
              <c:numCache>
                <c:formatCode>General</c:formatCode>
                <c:ptCount val="4"/>
                <c:pt idx="0">
                  <c:v>3.5</c:v>
                </c:pt>
                <c:pt idx="1">
                  <c:v>4.5</c:v>
                </c:pt>
                <c:pt idx="2">
                  <c:v>4.4000000000000004</c:v>
                </c:pt>
                <c:pt idx="3">
                  <c:v>1.8</c:v>
                </c:pt>
              </c:numCache>
            </c:numRef>
          </c:val>
          <c:smooth val="0"/>
          <c:extLst>
            <c:ext xmlns:c16="http://schemas.microsoft.com/office/drawing/2014/chart" uri="{C3380CC4-5D6E-409C-BE32-E72D297353CC}">
              <c16:uniqueId val="{00000000-5D9A-094D-8BA7-504B610A958F}"/>
            </c:ext>
          </c:extLst>
        </c:ser>
        <c:ser>
          <c:idx val="4"/>
          <c:order val="4"/>
          <c:tx>
            <c:strRef>
              <c:f>Sheet1!$F$1</c:f>
              <c:strCache>
                <c:ptCount val="1"/>
                <c:pt idx="0">
                  <c:v>Series 5</c:v>
                </c:pt>
              </c:strCache>
            </c:strRef>
          </c:tx>
          <c:spPr>
            <a:ln w="28575" cap="rnd">
              <a:solidFill>
                <a:schemeClr val="accent5"/>
              </a:solidFill>
              <a:round/>
            </a:ln>
            <a:effectLst/>
          </c:spPr>
          <c:marker>
            <c:symbol val="none"/>
          </c:marker>
          <c:cat>
            <c:strRef>
              <c:f>Sheet1!$A$2:$A$5</c:f>
              <c:strCache>
                <c:ptCount val="4"/>
                <c:pt idx="0">
                  <c:v>A</c:v>
                </c:pt>
                <c:pt idx="1">
                  <c:v>B</c:v>
                </c:pt>
                <c:pt idx="2">
                  <c:v>C</c:v>
                </c:pt>
                <c:pt idx="3">
                  <c:v>D</c:v>
                </c:pt>
              </c:strCache>
            </c:strRef>
          </c:cat>
          <c:val>
            <c:numRef>
              <c:f>Sheet1!$F$2:$F$5</c:f>
              <c:numCache>
                <c:formatCode>General</c:formatCode>
                <c:ptCount val="4"/>
                <c:pt idx="0">
                  <c:v>4</c:v>
                </c:pt>
                <c:pt idx="1">
                  <c:v>5</c:v>
                </c:pt>
                <c:pt idx="2">
                  <c:v>2</c:v>
                </c:pt>
                <c:pt idx="3">
                  <c:v>5.2</c:v>
                </c:pt>
              </c:numCache>
            </c:numRef>
          </c:val>
          <c:smooth val="0"/>
          <c:extLst>
            <c:ext xmlns:c16="http://schemas.microsoft.com/office/drawing/2014/chart" uri="{C3380CC4-5D6E-409C-BE32-E72D297353CC}">
              <c16:uniqueId val="{00000001-5D9A-094D-8BA7-504B610A958F}"/>
            </c:ext>
          </c:extLst>
        </c:ser>
        <c:ser>
          <c:idx val="5"/>
          <c:order val="5"/>
          <c:tx>
            <c:strRef>
              <c:f>Sheet1!$G$1</c:f>
              <c:strCache>
                <c:ptCount val="1"/>
                <c:pt idx="0">
                  <c:v>Series 6</c:v>
                </c:pt>
              </c:strCache>
            </c:strRef>
          </c:tx>
          <c:spPr>
            <a:ln w="28575" cap="rnd">
              <a:solidFill>
                <a:schemeClr val="bg2">
                  <a:lumMod val="50000"/>
                </a:schemeClr>
              </a:solidFill>
              <a:round/>
            </a:ln>
            <a:effectLst/>
          </c:spPr>
          <c:marker>
            <c:symbol val="none"/>
          </c:marker>
          <c:cat>
            <c:strRef>
              <c:f>Sheet1!$A$2:$A$5</c:f>
              <c:strCache>
                <c:ptCount val="4"/>
                <c:pt idx="0">
                  <c:v>A</c:v>
                </c:pt>
                <c:pt idx="1">
                  <c:v>B</c:v>
                </c:pt>
                <c:pt idx="2">
                  <c:v>C</c:v>
                </c:pt>
                <c:pt idx="3">
                  <c:v>D</c:v>
                </c:pt>
              </c:strCache>
            </c:strRef>
          </c:cat>
          <c:val>
            <c:numRef>
              <c:f>Sheet1!$G$2:$G$5</c:f>
              <c:numCache>
                <c:formatCode>General</c:formatCode>
                <c:ptCount val="4"/>
                <c:pt idx="0">
                  <c:v>4.5</c:v>
                </c:pt>
                <c:pt idx="1">
                  <c:v>4.4000000000000004</c:v>
                </c:pt>
                <c:pt idx="2">
                  <c:v>1.8</c:v>
                </c:pt>
                <c:pt idx="3">
                  <c:v>4</c:v>
                </c:pt>
              </c:numCache>
            </c:numRef>
          </c:val>
          <c:smooth val="0"/>
          <c:extLst>
            <c:ext xmlns:c16="http://schemas.microsoft.com/office/drawing/2014/chart" uri="{C3380CC4-5D6E-409C-BE32-E72D297353CC}">
              <c16:uniqueId val="{00000002-5D9A-094D-8BA7-504B610A958F}"/>
            </c:ext>
          </c:extLst>
        </c:ser>
        <c:dLbls>
          <c:showLegendKey val="0"/>
          <c:showVal val="0"/>
          <c:showCatName val="0"/>
          <c:showSerName val="0"/>
          <c:showPercent val="0"/>
          <c:showBubbleSize val="0"/>
        </c:dLbls>
        <c:smooth val="0"/>
        <c:axId val="227137824"/>
        <c:axId val="247599280"/>
      </c:lineChart>
      <c:catAx>
        <c:axId val="227137824"/>
        <c:scaling>
          <c:orientation val="minMax"/>
        </c:scaling>
        <c:delete val="0"/>
        <c:axPos val="b"/>
        <c:numFmt formatCode="General" sourceLinked="1"/>
        <c:majorTickMark val="none"/>
        <c:minorTickMark val="none"/>
        <c:tickLblPos val="nextTo"/>
        <c:spPr>
          <a:noFill/>
          <a:ln w="9525" cap="flat" cmpd="sng" algn="ctr">
            <a:solidFill>
              <a:schemeClr val="bg2">
                <a:lumMod val="50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47599280"/>
        <c:crosses val="autoZero"/>
        <c:auto val="1"/>
        <c:lblAlgn val="ctr"/>
        <c:lblOffset val="100"/>
        <c:noMultiLvlLbl val="0"/>
      </c:catAx>
      <c:valAx>
        <c:axId val="247599280"/>
        <c:scaling>
          <c:orientation val="minMax"/>
          <c:max val="6"/>
          <c:min val="1"/>
        </c:scaling>
        <c:delete val="0"/>
        <c:axPos val="l"/>
        <c:numFmt formatCode="General" sourceLinked="1"/>
        <c:majorTickMark val="none"/>
        <c:minorTickMark val="none"/>
        <c:tickLblPos val="nextTo"/>
        <c:spPr>
          <a:noFill/>
          <a:ln>
            <a:solidFill>
              <a:schemeClr val="bg2">
                <a:lumMod val="50000"/>
              </a:schemeClr>
            </a:solidFill>
          </a:ln>
          <a:effectLst/>
        </c:spPr>
        <c:txPr>
          <a:bodyPr rot="-60000000" spcFirstLastPara="1" vertOverflow="ellipsis" vert="horz" wrap="square" anchor="ctr" anchorCtr="1"/>
          <a:lstStyle/>
          <a:p>
            <a:pPr>
              <a:defRPr sz="1050" b="0" i="0" u="none" strike="noStrike" kern="1200" baseline="0">
                <a:solidFill>
                  <a:schemeClr val="bg2">
                    <a:lumMod val="50000"/>
                  </a:schemeClr>
                </a:solidFill>
                <a:latin typeface="+mn-lt"/>
                <a:ea typeface="+mn-ea"/>
                <a:cs typeface="+mn-cs"/>
              </a:defRPr>
            </a:pPr>
            <a:endParaRPr lang="en-US"/>
          </a:p>
        </c:txPr>
        <c:crossAx val="227137824"/>
        <c:crosses val="autoZero"/>
        <c:crossBetween val="between"/>
        <c:minorUnit val="2"/>
      </c:valAx>
      <c:spPr>
        <a:noFill/>
        <a:ln>
          <a:noFill/>
        </a:ln>
        <a:effectLst/>
      </c:spPr>
    </c:plotArea>
    <c:legend>
      <c:legendPos val="b"/>
      <c:layout>
        <c:manualLayout>
          <c:xMode val="edge"/>
          <c:yMode val="edge"/>
          <c:x val="9.5739276000973747E-2"/>
          <c:y val="0.84996652950355123"/>
          <c:w val="0.8634714178130185"/>
          <c:h val="0.1273728589513727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chemeClr val="accent2"/>
              </a:solidFill>
              <a:round/>
            </a:ln>
            <a:effectLst/>
          </c:spPr>
          <c:marker>
            <c:symbol val="none"/>
          </c:marker>
          <c:cat>
            <c:strRef>
              <c:f>Sheet1!$A$2:$A$5</c:f>
              <c:strCache>
                <c:ptCount val="4"/>
                <c:pt idx="0">
                  <c:v>A</c:v>
                </c:pt>
                <c:pt idx="1">
                  <c:v>B</c:v>
                </c:pt>
                <c:pt idx="2">
                  <c:v>C</c:v>
                </c:pt>
                <c:pt idx="3">
                  <c:v>D</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11D-9F4C-AE06-D43603D0898B}"/>
            </c:ext>
          </c:extLst>
        </c:ser>
        <c:ser>
          <c:idx val="1"/>
          <c:order val="1"/>
          <c:tx>
            <c:strRef>
              <c:f>Sheet1!$C$1</c:f>
              <c:strCache>
                <c:ptCount val="1"/>
                <c:pt idx="0">
                  <c:v>Series 2</c:v>
                </c:pt>
              </c:strCache>
            </c:strRef>
          </c:tx>
          <c:spPr>
            <a:ln w="28575" cap="rnd">
              <a:solidFill>
                <a:schemeClr val="accent3"/>
              </a:solidFill>
              <a:round/>
            </a:ln>
            <a:effectLst/>
          </c:spPr>
          <c:marker>
            <c:symbol val="none"/>
          </c:marker>
          <c:cat>
            <c:strRef>
              <c:f>Sheet1!$A$2:$A$5</c:f>
              <c:strCache>
                <c:ptCount val="4"/>
                <c:pt idx="0">
                  <c:v>A</c:v>
                </c:pt>
                <c:pt idx="1">
                  <c:v>B</c:v>
                </c:pt>
                <c:pt idx="2">
                  <c:v>C</c:v>
                </c:pt>
                <c:pt idx="3">
                  <c:v>D</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11D-9F4C-AE06-D43603D0898B}"/>
            </c:ext>
          </c:extLst>
        </c:ser>
        <c:ser>
          <c:idx val="2"/>
          <c:order val="2"/>
          <c:tx>
            <c:strRef>
              <c:f>Sheet1!$D$1</c:f>
              <c:strCache>
                <c:ptCount val="1"/>
                <c:pt idx="0">
                  <c:v>Series 3</c:v>
                </c:pt>
              </c:strCache>
            </c:strRef>
          </c:tx>
          <c:spPr>
            <a:ln w="28575" cap="rnd">
              <a:solidFill>
                <a:schemeClr val="bg2">
                  <a:lumMod val="95000"/>
                </a:schemeClr>
              </a:solidFill>
              <a:round/>
            </a:ln>
            <a:effectLst/>
          </c:spPr>
          <c:marker>
            <c:symbol val="none"/>
          </c:marker>
          <c:cat>
            <c:strRef>
              <c:f>Sheet1!$A$2:$A$5</c:f>
              <c:strCache>
                <c:ptCount val="4"/>
                <c:pt idx="0">
                  <c:v>A</c:v>
                </c:pt>
                <c:pt idx="1">
                  <c:v>B</c:v>
                </c:pt>
                <c:pt idx="2">
                  <c:v>C</c:v>
                </c:pt>
                <c:pt idx="3">
                  <c:v>D</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11D-9F4C-AE06-D43603D0898B}"/>
            </c:ext>
          </c:extLst>
        </c:ser>
        <c:ser>
          <c:idx val="3"/>
          <c:order val="3"/>
          <c:tx>
            <c:strRef>
              <c:f>Sheet1!$E$1</c:f>
              <c:strCache>
                <c:ptCount val="1"/>
                <c:pt idx="0">
                  <c:v>Series 4</c:v>
                </c:pt>
              </c:strCache>
            </c:strRef>
          </c:tx>
          <c:spPr>
            <a:ln w="28575" cap="rnd">
              <a:solidFill>
                <a:schemeClr val="accent4"/>
              </a:solidFill>
              <a:round/>
            </a:ln>
            <a:effectLst/>
          </c:spPr>
          <c:marker>
            <c:symbol val="none"/>
          </c:marker>
          <c:cat>
            <c:strRef>
              <c:f>Sheet1!$A$2:$A$5</c:f>
              <c:strCache>
                <c:ptCount val="4"/>
                <c:pt idx="0">
                  <c:v>A</c:v>
                </c:pt>
                <c:pt idx="1">
                  <c:v>B</c:v>
                </c:pt>
                <c:pt idx="2">
                  <c:v>C</c:v>
                </c:pt>
                <c:pt idx="3">
                  <c:v>D</c:v>
                </c:pt>
              </c:strCache>
            </c:strRef>
          </c:cat>
          <c:val>
            <c:numRef>
              <c:f>Sheet1!$E$2:$E$5</c:f>
              <c:numCache>
                <c:formatCode>General</c:formatCode>
                <c:ptCount val="4"/>
                <c:pt idx="0">
                  <c:v>3.5</c:v>
                </c:pt>
                <c:pt idx="1">
                  <c:v>4.5</c:v>
                </c:pt>
                <c:pt idx="2">
                  <c:v>4.4000000000000004</c:v>
                </c:pt>
                <c:pt idx="3">
                  <c:v>1.8</c:v>
                </c:pt>
              </c:numCache>
            </c:numRef>
          </c:val>
          <c:smooth val="0"/>
          <c:extLst>
            <c:ext xmlns:c16="http://schemas.microsoft.com/office/drawing/2014/chart" uri="{C3380CC4-5D6E-409C-BE32-E72D297353CC}">
              <c16:uniqueId val="{00000000-5D9A-094D-8BA7-504B610A958F}"/>
            </c:ext>
          </c:extLst>
        </c:ser>
        <c:ser>
          <c:idx val="4"/>
          <c:order val="4"/>
          <c:tx>
            <c:strRef>
              <c:f>Sheet1!$F$1</c:f>
              <c:strCache>
                <c:ptCount val="1"/>
                <c:pt idx="0">
                  <c:v>Series 5</c:v>
                </c:pt>
              </c:strCache>
            </c:strRef>
          </c:tx>
          <c:spPr>
            <a:ln w="28575" cap="rnd">
              <a:solidFill>
                <a:schemeClr val="accent5"/>
              </a:solidFill>
              <a:round/>
            </a:ln>
            <a:effectLst/>
          </c:spPr>
          <c:marker>
            <c:symbol val="none"/>
          </c:marker>
          <c:cat>
            <c:strRef>
              <c:f>Sheet1!$A$2:$A$5</c:f>
              <c:strCache>
                <c:ptCount val="4"/>
                <c:pt idx="0">
                  <c:v>A</c:v>
                </c:pt>
                <c:pt idx="1">
                  <c:v>B</c:v>
                </c:pt>
                <c:pt idx="2">
                  <c:v>C</c:v>
                </c:pt>
                <c:pt idx="3">
                  <c:v>D</c:v>
                </c:pt>
              </c:strCache>
            </c:strRef>
          </c:cat>
          <c:val>
            <c:numRef>
              <c:f>Sheet1!$F$2:$F$5</c:f>
              <c:numCache>
                <c:formatCode>General</c:formatCode>
                <c:ptCount val="4"/>
                <c:pt idx="0">
                  <c:v>4</c:v>
                </c:pt>
                <c:pt idx="1">
                  <c:v>5</c:v>
                </c:pt>
                <c:pt idx="2">
                  <c:v>2</c:v>
                </c:pt>
                <c:pt idx="3">
                  <c:v>5.2</c:v>
                </c:pt>
              </c:numCache>
            </c:numRef>
          </c:val>
          <c:smooth val="0"/>
          <c:extLst>
            <c:ext xmlns:c16="http://schemas.microsoft.com/office/drawing/2014/chart" uri="{C3380CC4-5D6E-409C-BE32-E72D297353CC}">
              <c16:uniqueId val="{00000001-5D9A-094D-8BA7-504B610A958F}"/>
            </c:ext>
          </c:extLst>
        </c:ser>
        <c:ser>
          <c:idx val="5"/>
          <c:order val="5"/>
          <c:tx>
            <c:strRef>
              <c:f>Sheet1!$G$1</c:f>
              <c:strCache>
                <c:ptCount val="1"/>
                <c:pt idx="0">
                  <c:v>Series 6</c:v>
                </c:pt>
              </c:strCache>
            </c:strRef>
          </c:tx>
          <c:spPr>
            <a:ln w="28575" cap="rnd">
              <a:solidFill>
                <a:schemeClr val="bg2">
                  <a:lumMod val="50000"/>
                </a:schemeClr>
              </a:solidFill>
              <a:round/>
            </a:ln>
            <a:effectLst/>
          </c:spPr>
          <c:marker>
            <c:symbol val="none"/>
          </c:marker>
          <c:cat>
            <c:strRef>
              <c:f>Sheet1!$A$2:$A$5</c:f>
              <c:strCache>
                <c:ptCount val="4"/>
                <c:pt idx="0">
                  <c:v>A</c:v>
                </c:pt>
                <c:pt idx="1">
                  <c:v>B</c:v>
                </c:pt>
                <c:pt idx="2">
                  <c:v>C</c:v>
                </c:pt>
                <c:pt idx="3">
                  <c:v>D</c:v>
                </c:pt>
              </c:strCache>
            </c:strRef>
          </c:cat>
          <c:val>
            <c:numRef>
              <c:f>Sheet1!$G$2:$G$5</c:f>
              <c:numCache>
                <c:formatCode>General</c:formatCode>
                <c:ptCount val="4"/>
                <c:pt idx="0">
                  <c:v>4.5</c:v>
                </c:pt>
                <c:pt idx="1">
                  <c:v>4.4000000000000004</c:v>
                </c:pt>
                <c:pt idx="2">
                  <c:v>1.8</c:v>
                </c:pt>
                <c:pt idx="3">
                  <c:v>4</c:v>
                </c:pt>
              </c:numCache>
            </c:numRef>
          </c:val>
          <c:smooth val="0"/>
          <c:extLst>
            <c:ext xmlns:c16="http://schemas.microsoft.com/office/drawing/2014/chart" uri="{C3380CC4-5D6E-409C-BE32-E72D297353CC}">
              <c16:uniqueId val="{00000002-5D9A-094D-8BA7-504B610A958F}"/>
            </c:ext>
          </c:extLst>
        </c:ser>
        <c:dLbls>
          <c:showLegendKey val="0"/>
          <c:showVal val="0"/>
          <c:showCatName val="0"/>
          <c:showSerName val="0"/>
          <c:showPercent val="0"/>
          <c:showBubbleSize val="0"/>
        </c:dLbls>
        <c:smooth val="0"/>
        <c:axId val="227137824"/>
        <c:axId val="247599280"/>
      </c:lineChart>
      <c:catAx>
        <c:axId val="227137824"/>
        <c:scaling>
          <c:orientation val="minMax"/>
        </c:scaling>
        <c:delete val="0"/>
        <c:axPos val="b"/>
        <c:numFmt formatCode="General" sourceLinked="1"/>
        <c:majorTickMark val="none"/>
        <c:minorTickMark val="none"/>
        <c:tickLblPos val="nextTo"/>
        <c:spPr>
          <a:noFill/>
          <a:ln w="9525" cap="flat" cmpd="sng" algn="ctr">
            <a:solidFill>
              <a:schemeClr val="bg2">
                <a:lumMod val="50000"/>
              </a:schemeClr>
            </a:solidFill>
            <a:round/>
          </a:ln>
          <a:effectLst/>
        </c:spPr>
        <c:txPr>
          <a:bodyPr rot="-60000000" spcFirstLastPara="1" vertOverflow="ellipsis" vert="horz" wrap="square" anchor="ctr" anchorCtr="1"/>
          <a:lstStyle/>
          <a:p>
            <a:pPr>
              <a:defRPr sz="800" b="0" i="0" u="none" strike="noStrike" kern="1200" baseline="0">
                <a:solidFill>
                  <a:schemeClr val="bg2">
                    <a:lumMod val="95000"/>
                  </a:schemeClr>
                </a:solidFill>
                <a:latin typeface="+mn-lt"/>
                <a:ea typeface="+mn-ea"/>
                <a:cs typeface="+mn-cs"/>
              </a:defRPr>
            </a:pPr>
            <a:endParaRPr lang="en-US"/>
          </a:p>
        </c:txPr>
        <c:crossAx val="247599280"/>
        <c:crosses val="autoZero"/>
        <c:auto val="1"/>
        <c:lblAlgn val="ctr"/>
        <c:lblOffset val="100"/>
        <c:noMultiLvlLbl val="0"/>
      </c:catAx>
      <c:valAx>
        <c:axId val="247599280"/>
        <c:scaling>
          <c:orientation val="minMax"/>
          <c:max val="6"/>
          <c:min val="1"/>
        </c:scaling>
        <c:delete val="0"/>
        <c:axPos val="l"/>
        <c:numFmt formatCode="General" sourceLinked="1"/>
        <c:majorTickMark val="none"/>
        <c:minorTickMark val="none"/>
        <c:tickLblPos val="nextTo"/>
        <c:spPr>
          <a:noFill/>
          <a:ln>
            <a:solidFill>
              <a:schemeClr val="bg2">
                <a:lumMod val="50000"/>
              </a:schemeClr>
            </a:solidFill>
          </a:ln>
          <a:effectLst/>
        </c:spPr>
        <c:txPr>
          <a:bodyPr rot="-60000000" spcFirstLastPara="1" vertOverflow="ellipsis" vert="horz" wrap="square" anchor="ctr" anchorCtr="1"/>
          <a:lstStyle/>
          <a:p>
            <a:pPr>
              <a:defRPr sz="1050" b="0" i="0" u="none" strike="noStrike" kern="1200" baseline="0">
                <a:solidFill>
                  <a:schemeClr val="bg2">
                    <a:lumMod val="95000"/>
                  </a:schemeClr>
                </a:solidFill>
                <a:latin typeface="+mn-lt"/>
                <a:ea typeface="+mn-ea"/>
                <a:cs typeface="+mn-cs"/>
              </a:defRPr>
            </a:pPr>
            <a:endParaRPr lang="en-US"/>
          </a:p>
        </c:txPr>
        <c:crossAx val="227137824"/>
        <c:crosses val="autoZero"/>
        <c:crossBetween val="between"/>
        <c:minorUnit val="2"/>
      </c:valAx>
      <c:spPr>
        <a:noFill/>
        <a:ln>
          <a:noFill/>
        </a:ln>
        <a:effectLst/>
      </c:spPr>
    </c:plotArea>
    <c:legend>
      <c:legendPos val="b"/>
      <c:layout>
        <c:manualLayout>
          <c:xMode val="edge"/>
          <c:yMode val="edge"/>
          <c:x val="9.5739276000973747E-2"/>
          <c:y val="0.84996652950355123"/>
          <c:w val="0.8634714178130185"/>
          <c:h val="0.1273728589513727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2">
                  <a:lumMod val="9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658FED-51F9-9B45-B597-1E80080F05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98449CD-7629-F94E-AB7C-5B049A15EC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407195-0CC2-A547-89CA-57E183807FCC}" type="datetimeFigureOut">
              <a:rPr lang="en-US" smtClean="0"/>
              <a:t>5/11/2026</a:t>
            </a:fld>
            <a:endParaRPr lang="en-US"/>
          </a:p>
        </p:txBody>
      </p:sp>
      <p:sp>
        <p:nvSpPr>
          <p:cNvPr id="4" name="Footer Placeholder 3">
            <a:extLst>
              <a:ext uri="{FF2B5EF4-FFF2-40B4-BE49-F238E27FC236}">
                <a16:creationId xmlns:a16="http://schemas.microsoft.com/office/drawing/2014/main" id="{EEA1FED8-4762-F94C-A006-546565DF54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F831462-D62C-8C42-B544-F3E0E7018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8F4819-B501-CC4D-93F0-10A4E74E0251}" type="slidenum">
              <a:rPr lang="en-US" smtClean="0"/>
              <a:t>‹#›</a:t>
            </a:fld>
            <a:endParaRPr lang="en-US"/>
          </a:p>
        </p:txBody>
      </p:sp>
    </p:spTree>
    <p:extLst>
      <p:ext uri="{BB962C8B-B14F-4D97-AF65-F5344CB8AC3E}">
        <p14:creationId xmlns:p14="http://schemas.microsoft.com/office/powerpoint/2010/main" val="1602135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00608-096F-0448-BF1C-AC23D45B3CD2}" type="datetimeFigureOut">
              <a:rPr lang="en-US" smtClean="0"/>
              <a:t>5/11/2026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A3903-E1C0-B641-BF09-7903E2AE2EC7}" type="slidenum">
              <a:rPr lang="en-US" smtClean="0"/>
              <a:t>‹#›</a:t>
            </a:fld>
            <a:endParaRPr lang="en-US" dirty="0"/>
          </a:p>
        </p:txBody>
      </p:sp>
    </p:spTree>
    <p:extLst>
      <p:ext uri="{BB962C8B-B14F-4D97-AF65-F5344CB8AC3E}">
        <p14:creationId xmlns:p14="http://schemas.microsoft.com/office/powerpoint/2010/main" val="234775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9A3903-E1C0-B641-BF09-7903E2AE2EC7}" type="slidenum">
              <a:rPr lang="en-US" smtClean="0"/>
              <a:t>1</a:t>
            </a:fld>
            <a:endParaRPr lang="en-US" dirty="0"/>
          </a:p>
        </p:txBody>
      </p:sp>
    </p:spTree>
    <p:extLst>
      <p:ext uri="{BB962C8B-B14F-4D97-AF65-F5344CB8AC3E}">
        <p14:creationId xmlns:p14="http://schemas.microsoft.com/office/powerpoint/2010/main" val="209188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9A3903-E1C0-B641-BF09-7903E2AE2EC7}" type="slidenum">
              <a:rPr lang="en-US" smtClean="0"/>
              <a:t>2</a:t>
            </a:fld>
            <a:endParaRPr lang="en-US" dirty="0"/>
          </a:p>
        </p:txBody>
      </p:sp>
    </p:spTree>
    <p:extLst>
      <p:ext uri="{BB962C8B-B14F-4D97-AF65-F5344CB8AC3E}">
        <p14:creationId xmlns:p14="http://schemas.microsoft.com/office/powerpoint/2010/main" val="3958443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9A3903-E1C0-B641-BF09-7903E2AE2EC7}" type="slidenum">
              <a:rPr lang="en-US" smtClean="0"/>
              <a:t>3</a:t>
            </a:fld>
            <a:endParaRPr lang="en-US" dirty="0"/>
          </a:p>
        </p:txBody>
      </p:sp>
    </p:spTree>
    <p:extLst>
      <p:ext uri="{BB962C8B-B14F-4D97-AF65-F5344CB8AC3E}">
        <p14:creationId xmlns:p14="http://schemas.microsoft.com/office/powerpoint/2010/main" val="279568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9A3903-E1C0-B641-BF09-7903E2AE2EC7}" type="slidenum">
              <a:rPr lang="en-US" smtClean="0"/>
              <a:t>4</a:t>
            </a:fld>
            <a:endParaRPr lang="en-US" dirty="0"/>
          </a:p>
        </p:txBody>
      </p:sp>
    </p:spTree>
    <p:extLst>
      <p:ext uri="{BB962C8B-B14F-4D97-AF65-F5344CB8AC3E}">
        <p14:creationId xmlns:p14="http://schemas.microsoft.com/office/powerpoint/2010/main" val="2378454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9A3903-E1C0-B641-BF09-7903E2AE2EC7}" type="slidenum">
              <a:rPr lang="en-US" smtClean="0"/>
              <a:t>5</a:t>
            </a:fld>
            <a:endParaRPr lang="en-US" dirty="0"/>
          </a:p>
        </p:txBody>
      </p:sp>
    </p:spTree>
    <p:extLst>
      <p:ext uri="{BB962C8B-B14F-4D97-AF65-F5344CB8AC3E}">
        <p14:creationId xmlns:p14="http://schemas.microsoft.com/office/powerpoint/2010/main" val="2618809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9A3903-E1C0-B641-BF09-7903E2AE2EC7}" type="slidenum">
              <a:rPr lang="en-US" smtClean="0"/>
              <a:t>31</a:t>
            </a:fld>
            <a:endParaRPr lang="en-US" dirty="0"/>
          </a:p>
        </p:txBody>
      </p:sp>
    </p:spTree>
    <p:extLst>
      <p:ext uri="{BB962C8B-B14F-4D97-AF65-F5344CB8AC3E}">
        <p14:creationId xmlns:p14="http://schemas.microsoft.com/office/powerpoint/2010/main" val="1301024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9A3903-E1C0-B641-BF09-7903E2AE2EC7}" type="slidenum">
              <a:rPr lang="en-US" smtClean="0"/>
              <a:t>34</a:t>
            </a:fld>
            <a:endParaRPr lang="en-US" dirty="0"/>
          </a:p>
        </p:txBody>
      </p:sp>
    </p:spTree>
    <p:extLst>
      <p:ext uri="{BB962C8B-B14F-4D97-AF65-F5344CB8AC3E}">
        <p14:creationId xmlns:p14="http://schemas.microsoft.com/office/powerpoint/2010/main" val="1002181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0619BE-D894-4EFA-98FF-97551B55F31F}" type="slidenum">
              <a:rPr lang="en-US" smtClean="0"/>
              <a:t>40</a:t>
            </a:fld>
            <a:endParaRPr lang="en-US"/>
          </a:p>
        </p:txBody>
      </p:sp>
    </p:spTree>
    <p:extLst>
      <p:ext uri="{BB962C8B-B14F-4D97-AF65-F5344CB8AC3E}">
        <p14:creationId xmlns:p14="http://schemas.microsoft.com/office/powerpoint/2010/main" val="3647601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0619BE-D894-4EFA-98FF-97551B55F31F}" type="slidenum">
              <a:rPr lang="en-US" smtClean="0"/>
              <a:t>41</a:t>
            </a:fld>
            <a:endParaRPr lang="en-US"/>
          </a:p>
        </p:txBody>
      </p:sp>
    </p:spTree>
    <p:extLst>
      <p:ext uri="{BB962C8B-B14F-4D97-AF65-F5344CB8AC3E}">
        <p14:creationId xmlns:p14="http://schemas.microsoft.com/office/powerpoint/2010/main" val="1950339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B663BC2-C113-4DF0-828D-49E1A236C7F8}" type="slidenum">
              <a:rPr lang="en-US" smtClean="0"/>
              <a:t>42</a:t>
            </a:fld>
            <a:endParaRPr lang="en-US" dirty="0"/>
          </a:p>
        </p:txBody>
      </p:sp>
    </p:spTree>
    <p:extLst>
      <p:ext uri="{BB962C8B-B14F-4D97-AF65-F5344CB8AC3E}">
        <p14:creationId xmlns:p14="http://schemas.microsoft.com/office/powerpoint/2010/main" val="33217655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822704" cy="365125"/>
          </a:xfrm>
          <a:prstGeom prst="rect">
            <a:avLst/>
          </a:prstGeom>
        </p:spPr>
        <p:txBody>
          <a:bodyPr/>
          <a:lstStyle>
            <a:lvl1pPr>
              <a:defRPr>
                <a:solidFill>
                  <a:schemeClr val="bg2"/>
                </a:solidFill>
              </a:defRPr>
            </a:lvl1pPr>
          </a:lstStyle>
          <a:p>
            <a:r>
              <a:rPr lang="en-US" dirty="0"/>
              <a:t>© 2023 Cognizant | Confidential &amp; Proprietary</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67678" y="381865"/>
            <a:ext cx="2067983" cy="620394"/>
          </a:xfrm>
          <a:prstGeom prst="rect">
            <a:avLst/>
          </a:prstGeom>
        </p:spPr>
      </p:pic>
    </p:spTree>
    <p:extLst>
      <p:ext uri="{BB962C8B-B14F-4D97-AF65-F5344CB8AC3E}">
        <p14:creationId xmlns:p14="http://schemas.microsoft.com/office/powerpoint/2010/main" val="319452567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832863" cy="303572"/>
          </a:xfrm>
          <a:prstGeom prst="rect">
            <a:avLst/>
          </a:prstGeom>
        </p:spPr>
        <p:txBody>
          <a:bodyPr/>
          <a:lstStyle/>
          <a:p>
            <a:r>
              <a:rPr lang="en-US"/>
              <a:t>© 2023 Cognizant | Confidential &amp; Proprietary</a:t>
            </a:r>
            <a:endParaRPr lang="en-US" dirty="0"/>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66452" y="1094366"/>
            <a:ext cx="2628901" cy="461456"/>
          </a:xfrm>
          <a:prstGeom prst="rect">
            <a:avLst/>
          </a:prstGeom>
        </p:spPr>
      </p:pic>
    </p:spTree>
    <p:extLst>
      <p:ext uri="{BB962C8B-B14F-4D97-AF65-F5344CB8AC3E}">
        <p14:creationId xmlns:p14="http://schemas.microsoft.com/office/powerpoint/2010/main" val="41548366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822704" cy="303572"/>
          </a:xfrm>
          <a:prstGeom prst="rect">
            <a:avLst/>
          </a:prstGeom>
        </p:spPr>
        <p:txBody>
          <a:bodyPr/>
          <a:lstStyle>
            <a:lvl1pPr>
              <a:defRPr>
                <a:solidFill>
                  <a:schemeClr val="tx1"/>
                </a:solidFill>
              </a:defRPr>
            </a:lvl1pPr>
          </a:lstStyle>
          <a:p>
            <a:r>
              <a:rPr lang="en-US" dirty="0"/>
              <a:t>© 2023 Cognizant | Confidential &amp; Proprietary</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68530" y="6352478"/>
            <a:ext cx="1362108" cy="408632"/>
          </a:xfrm>
          <a:prstGeom prst="rect">
            <a:avLst/>
          </a:prstGeom>
        </p:spPr>
      </p:pic>
    </p:spTree>
    <p:extLst>
      <p:ext uri="{BB962C8B-B14F-4D97-AF65-F5344CB8AC3E}">
        <p14:creationId xmlns:p14="http://schemas.microsoft.com/office/powerpoint/2010/main" val="248601573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822704" cy="303572"/>
          </a:xfrm>
          <a:prstGeom prst="rect">
            <a:avLst/>
          </a:prstGeom>
        </p:spPr>
        <p:txBody>
          <a:bodyPr/>
          <a:lstStyle>
            <a:lvl1pPr>
              <a:defRPr>
                <a:solidFill>
                  <a:schemeClr val="tx1"/>
                </a:solidFill>
              </a:defRPr>
            </a:lvl1pPr>
          </a:lstStyle>
          <a:p>
            <a:r>
              <a:rPr lang="en-US"/>
              <a:t>© 2023 Cognizant | Confidential &amp; Proprietary</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72758" y="381864"/>
            <a:ext cx="2067983" cy="620394"/>
          </a:xfrm>
          <a:prstGeom prst="rect">
            <a:avLst/>
          </a:prstGeom>
        </p:spPr>
      </p:pic>
    </p:spTree>
    <p:extLst>
      <p:ext uri="{BB962C8B-B14F-4D97-AF65-F5344CB8AC3E}">
        <p14:creationId xmlns:p14="http://schemas.microsoft.com/office/powerpoint/2010/main" val="6605909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832864" cy="303572"/>
          </a:xfrm>
          <a:prstGeom prst="rect">
            <a:avLst/>
          </a:prstGeom>
        </p:spPr>
        <p:txBody>
          <a:bodyPr/>
          <a:lstStyle>
            <a:lvl1pPr>
              <a:defRPr>
                <a:solidFill>
                  <a:schemeClr val="bg2"/>
                </a:solidFill>
              </a:defRPr>
            </a:lvl1pPr>
          </a:lstStyle>
          <a:p>
            <a:r>
              <a:rPr lang="en-US"/>
              <a:t>© 2023 Cognizant | Confidential &amp; Proprietary</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2760396691"/>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804956" cy="303572"/>
          </a:xfrm>
          <a:prstGeom prst="rect">
            <a:avLst/>
          </a:prstGeom>
        </p:spPr>
        <p:txBody>
          <a:bodyPr/>
          <a:lstStyle>
            <a:lvl1pPr>
              <a:defRPr>
                <a:solidFill>
                  <a:schemeClr val="bg1"/>
                </a:solidFill>
              </a:defRPr>
            </a:lvl1pPr>
          </a:lstStyle>
          <a:p>
            <a:r>
              <a:rPr lang="en-US" dirty="0"/>
              <a:t>© 2023 Cognizant | Confidential &amp; Proprietary</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19841559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804956" cy="303572"/>
          </a:xfrm>
          <a:prstGeom prst="rect">
            <a:avLst/>
          </a:prstGeom>
        </p:spPr>
        <p:txBody>
          <a:bodyPr/>
          <a:lstStyle>
            <a:lvl1pPr>
              <a:defRPr>
                <a:solidFill>
                  <a:schemeClr val="bg1"/>
                </a:solidFill>
              </a:defRPr>
            </a:lvl1pPr>
          </a:lstStyle>
          <a:p>
            <a:r>
              <a:rPr lang="en-US"/>
              <a:t>© 2023 Cognizant | Confidential &amp; Proprietary</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235521357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8"/>
            <a:ext cx="1816531" cy="190747"/>
          </a:xfrm>
          <a:prstGeom prst="rect">
            <a:avLst/>
          </a:prstGeom>
        </p:spPr>
        <p:txBody>
          <a:bodyPr vert="horz" wrap="none" lIns="0" tIns="0" rIns="0" bIns="0" rtlCol="0" anchor="b" anchorCtr="0"/>
          <a:lstStyle>
            <a:lvl1pPr algn="l">
              <a:defRPr sz="700">
                <a:solidFill>
                  <a:schemeClr val="tx1"/>
                </a:solidFill>
              </a:defRPr>
            </a:lvl1pPr>
          </a:lstStyle>
          <a:p>
            <a:r>
              <a:rPr lang="en-US"/>
              <a:t>© 2023 Cognizant | Confidential &amp; Proprietary</a:t>
            </a:r>
            <a:endParaRPr lang="en-US" dirty="0"/>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1114743664"/>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828106" cy="19074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 | Confidential &amp; Proprietary</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68530" y="6352478"/>
            <a:ext cx="1362108" cy="408632"/>
          </a:xfrm>
          <a:prstGeom prst="rect">
            <a:avLst/>
          </a:prstGeom>
        </p:spPr>
      </p:pic>
    </p:spTree>
    <p:extLst>
      <p:ext uri="{BB962C8B-B14F-4D97-AF65-F5344CB8AC3E}">
        <p14:creationId xmlns:p14="http://schemas.microsoft.com/office/powerpoint/2010/main" val="15261054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8"/>
            <a:ext cx="1816531" cy="190747"/>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 | Confidential &amp; Proprietary</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4254062397"/>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userDrawn="1">
          <p15:clr>
            <a:srgbClr val="FBAE40"/>
          </p15:clr>
        </p15:guide>
        <p15:guide id="4" pos="710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804956" cy="190746"/>
          </a:xfrm>
          <a:prstGeom prst="rect">
            <a:avLst/>
          </a:prstGeom>
        </p:spPr>
        <p:txBody>
          <a:bodyPr vert="horz" wrap="none" lIns="0" tIns="0" rIns="0" bIns="0" rtlCol="0" anchor="b" anchorCtr="0"/>
          <a:lstStyle>
            <a:lvl1pPr algn="l">
              <a:defRPr sz="700">
                <a:solidFill>
                  <a:schemeClr val="tx1"/>
                </a:solidFill>
              </a:defRPr>
            </a:lvl1pPr>
          </a:lstStyle>
          <a:p>
            <a:r>
              <a:rPr lang="en-US"/>
              <a:t>© 2023 Cognizant | Confidential &amp; Proprietary</a:t>
            </a:r>
            <a:endParaRPr lang="en-US" dirty="0"/>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68530" y="6352478"/>
            <a:ext cx="1362108" cy="408632"/>
          </a:xfrm>
          <a:prstGeom prst="rect">
            <a:avLst/>
          </a:prstGeom>
        </p:spPr>
      </p:pic>
    </p:spTree>
    <p:extLst>
      <p:ext uri="{BB962C8B-B14F-4D97-AF65-F5344CB8AC3E}">
        <p14:creationId xmlns:p14="http://schemas.microsoft.com/office/powerpoint/2010/main" val="39301401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816531" cy="190746"/>
          </a:xfrm>
          <a:prstGeom prst="rect">
            <a:avLst/>
          </a:prstGeom>
        </p:spPr>
        <p:txBody>
          <a:bodyPr vert="horz" wrap="none" lIns="0" tIns="0" rIns="0" bIns="0" rtlCol="0" anchor="b" anchorCtr="0"/>
          <a:lstStyle>
            <a:lvl1pPr algn="l">
              <a:defRPr sz="700">
                <a:solidFill>
                  <a:schemeClr val="tx1"/>
                </a:solidFill>
              </a:defRPr>
            </a:lvl1pPr>
          </a:lstStyle>
          <a:p>
            <a:r>
              <a:rPr lang="en-US"/>
              <a:t>© 2023 Cognizant | Confidential &amp; Proprietary</a:t>
            </a:r>
            <a:endParaRPr lang="en-US" dirty="0"/>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39516940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828106" cy="190746"/>
          </a:xfrm>
          <a:prstGeom prst="rect">
            <a:avLst/>
          </a:prstGeom>
        </p:spPr>
        <p:txBody>
          <a:bodyPr vert="horz" wrap="none" lIns="0" tIns="0" rIns="0" bIns="0" rtlCol="0" anchor="b" anchorCtr="0"/>
          <a:lstStyle>
            <a:lvl1pPr algn="l">
              <a:defRPr sz="700">
                <a:solidFill>
                  <a:schemeClr val="tx2"/>
                </a:solidFill>
              </a:defRPr>
            </a:lvl1pPr>
          </a:lstStyle>
          <a:p>
            <a:r>
              <a:rPr lang="en-US"/>
              <a:t>© 2023 Cognizant | Confidential &amp; Proprietary</a:t>
            </a:r>
            <a:endParaRPr lang="en-US" dirty="0"/>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68530" y="6352478"/>
            <a:ext cx="1362108" cy="408632"/>
          </a:xfrm>
          <a:prstGeom prst="rect">
            <a:avLst/>
          </a:prstGeom>
        </p:spPr>
      </p:pic>
    </p:spTree>
    <p:extLst>
      <p:ext uri="{BB962C8B-B14F-4D97-AF65-F5344CB8AC3E}">
        <p14:creationId xmlns:p14="http://schemas.microsoft.com/office/powerpoint/2010/main" val="828119474"/>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8"/>
            <a:ext cx="1839680" cy="190747"/>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 | Confidential &amp; Proprietary</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3002858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816531" cy="190746"/>
          </a:xfrm>
          <a:prstGeom prst="rect">
            <a:avLst/>
          </a:prstGeom>
        </p:spPr>
        <p:txBody>
          <a:bodyPr vert="horz" wrap="none" lIns="0" tIns="0" rIns="0" bIns="0" rtlCol="0" anchor="b" anchorCtr="0"/>
          <a:lstStyle>
            <a:lvl1pPr algn="l">
              <a:defRPr sz="700">
                <a:solidFill>
                  <a:schemeClr val="tx2"/>
                </a:solidFill>
              </a:defRPr>
            </a:lvl1pPr>
          </a:lstStyle>
          <a:p>
            <a:r>
              <a:rPr lang="en-US"/>
              <a:t>© 2023 Cognizant | Confidential &amp; Proprietary</a:t>
            </a:r>
            <a:endParaRPr lang="en-US" dirty="0"/>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68530" y="6352478"/>
            <a:ext cx="1362108" cy="408632"/>
          </a:xfrm>
          <a:prstGeom prst="rect">
            <a:avLst/>
          </a:prstGeom>
        </p:spPr>
      </p:pic>
    </p:spTree>
    <p:extLst>
      <p:ext uri="{BB962C8B-B14F-4D97-AF65-F5344CB8AC3E}">
        <p14:creationId xmlns:p14="http://schemas.microsoft.com/office/powerpoint/2010/main" val="267611049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816531" cy="19074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 | Confidential &amp; Proprietary</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1441752629"/>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8"/>
            <a:ext cx="1828106" cy="190747"/>
          </a:xfrm>
          <a:prstGeom prst="rect">
            <a:avLst/>
          </a:prstGeom>
        </p:spPr>
        <p:txBody>
          <a:bodyPr vert="horz" wrap="none" lIns="0" tIns="0" rIns="0" bIns="0" rtlCol="0" anchor="b" anchorCtr="0"/>
          <a:lstStyle>
            <a:lvl1pPr algn="l">
              <a:defRPr sz="700">
                <a:solidFill>
                  <a:schemeClr val="tx2"/>
                </a:solidFill>
              </a:defRPr>
            </a:lvl1pPr>
          </a:lstStyle>
          <a:p>
            <a:r>
              <a:rPr lang="en-US"/>
              <a:t>© 2023 Cognizant | Confidential &amp; Proprietary</a:t>
            </a:r>
            <a:endParaRPr lang="en-US" dirty="0"/>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68530" y="6352478"/>
            <a:ext cx="1362108" cy="408632"/>
          </a:xfrm>
          <a:prstGeom prst="rect">
            <a:avLst/>
          </a:prstGeom>
        </p:spPr>
      </p:pic>
    </p:spTree>
    <p:extLst>
      <p:ext uri="{BB962C8B-B14F-4D97-AF65-F5344CB8AC3E}">
        <p14:creationId xmlns:p14="http://schemas.microsoft.com/office/powerpoint/2010/main" val="19069149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atement - light">
    <p:bg>
      <p:bgRef idx="1001">
        <a:schemeClr val="bg2"/>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816531" cy="304100"/>
          </a:xfrm>
          <a:prstGeom prst="rect">
            <a:avLst/>
          </a:prstGeom>
        </p:spPr>
        <p:txBody>
          <a:bodyPr/>
          <a:lstStyle>
            <a:lvl1pPr>
              <a:defRPr>
                <a:solidFill>
                  <a:schemeClr val="tx1"/>
                </a:solidFill>
              </a:defRPr>
            </a:lvl1pPr>
          </a:lstStyle>
          <a:p>
            <a:r>
              <a:rPr lang="en-US"/>
              <a:t>© 2023 Cognizant | Confidential &amp; Proprietary</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2" name="Picture 5">
            <a:extLst>
              <a:ext uri="{FF2B5EF4-FFF2-40B4-BE49-F238E27FC236}">
                <a16:creationId xmlns:a16="http://schemas.microsoft.com/office/drawing/2014/main" id="{2DAB97BD-2DAF-92C7-57CE-FD802BBA50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40172785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tatement - dark">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816531" cy="304100"/>
          </a:xfrm>
          <a:prstGeom prst="rect">
            <a:avLst/>
          </a:prstGeom>
        </p:spPr>
        <p:txBody>
          <a:bodyPr/>
          <a:lstStyle>
            <a:lvl1pPr>
              <a:defRPr>
                <a:solidFill>
                  <a:schemeClr val="tx1"/>
                </a:solidFill>
              </a:defRPr>
            </a:lvl1pPr>
          </a:lstStyle>
          <a:p>
            <a:r>
              <a:rPr lang="en-US" dirty="0"/>
              <a:t>© 2023 Cognizant | Confidential &amp; Proprietary</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68530" y="6352478"/>
            <a:ext cx="1362108" cy="408632"/>
          </a:xfrm>
          <a:prstGeom prst="rect">
            <a:avLst/>
          </a:prstGeom>
        </p:spPr>
      </p:pic>
    </p:spTree>
    <p:extLst>
      <p:ext uri="{BB962C8B-B14F-4D97-AF65-F5344CB8AC3E}">
        <p14:creationId xmlns:p14="http://schemas.microsoft.com/office/powerpoint/2010/main" val="2524452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839680" cy="365759"/>
          </a:xfrm>
        </p:spPr>
        <p:txBody>
          <a:bodyPr/>
          <a:lstStyle>
            <a:lvl1pPr>
              <a:defRPr>
                <a:solidFill>
                  <a:schemeClr val="tx1"/>
                </a:solidFill>
              </a:defRPr>
            </a:lvl1pPr>
          </a:lstStyle>
          <a:p>
            <a:r>
              <a:rPr lang="en-US" dirty="0"/>
              <a:t>© 2023 Cognizant | Confidential &amp; Proprietary</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20653459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68530" y="6352478"/>
            <a:ext cx="1362108" cy="408632"/>
          </a:xfrm>
          <a:prstGeom prst="rect">
            <a:avLst/>
          </a:prstGeom>
        </p:spPr>
      </p:pic>
      <p:sp>
        <p:nvSpPr>
          <p:cNvPr id="2" name="Footer Placeholder 4">
            <a:extLst>
              <a:ext uri="{FF2B5EF4-FFF2-40B4-BE49-F238E27FC236}">
                <a16:creationId xmlns:a16="http://schemas.microsoft.com/office/drawing/2014/main" id="{17014296-2734-FA5F-94AF-F9D441AE2791}"/>
              </a:ext>
            </a:extLst>
          </p:cNvPr>
          <p:cNvSpPr>
            <a:spLocks noGrp="1"/>
          </p:cNvSpPr>
          <p:nvPr>
            <p:ph type="ftr" sz="quarter" idx="11"/>
          </p:nvPr>
        </p:nvSpPr>
        <p:spPr>
          <a:xfrm>
            <a:off x="1042416" y="6325193"/>
            <a:ext cx="1816531" cy="304100"/>
          </a:xfrm>
          <a:prstGeom prst="rect">
            <a:avLst/>
          </a:prstGeom>
        </p:spPr>
        <p:txBody>
          <a:bodyPr/>
          <a:lstStyle>
            <a:lvl1pPr>
              <a:defRPr>
                <a:solidFill>
                  <a:schemeClr val="tx1"/>
                </a:solidFill>
              </a:defRPr>
            </a:lvl1pPr>
          </a:lstStyle>
          <a:p>
            <a:r>
              <a:rPr lang="en-US" dirty="0"/>
              <a:t>© 2023 Cognizant | Confidential &amp; Proprietary</a:t>
            </a:r>
          </a:p>
        </p:txBody>
      </p:sp>
    </p:spTree>
    <p:extLst>
      <p:ext uri="{BB962C8B-B14F-4D97-AF65-F5344CB8AC3E}">
        <p14:creationId xmlns:p14="http://schemas.microsoft.com/office/powerpoint/2010/main" val="1725878177"/>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
        <p:nvSpPr>
          <p:cNvPr id="2" name="Footer Placeholder 4">
            <a:extLst>
              <a:ext uri="{FF2B5EF4-FFF2-40B4-BE49-F238E27FC236}">
                <a16:creationId xmlns:a16="http://schemas.microsoft.com/office/drawing/2014/main" id="{1BDCE571-2427-E9D3-D912-0E8469F00EBF}"/>
              </a:ext>
            </a:extLst>
          </p:cNvPr>
          <p:cNvSpPr>
            <a:spLocks noGrp="1"/>
          </p:cNvSpPr>
          <p:nvPr>
            <p:ph type="ftr" sz="quarter" idx="11"/>
          </p:nvPr>
        </p:nvSpPr>
        <p:spPr>
          <a:xfrm>
            <a:off x="1042416" y="6325193"/>
            <a:ext cx="1816531" cy="304100"/>
          </a:xfrm>
          <a:prstGeom prst="rect">
            <a:avLst/>
          </a:prstGeom>
        </p:spPr>
        <p:txBody>
          <a:bodyPr/>
          <a:lstStyle>
            <a:lvl1pPr>
              <a:defRPr>
                <a:solidFill>
                  <a:schemeClr val="tx1"/>
                </a:solidFill>
              </a:defRPr>
            </a:lvl1pPr>
          </a:lstStyle>
          <a:p>
            <a:r>
              <a:rPr lang="en-US" dirty="0"/>
              <a:t>© 2023 Cognizant | Confidential &amp; Proprietary</a:t>
            </a:r>
          </a:p>
        </p:txBody>
      </p:sp>
    </p:spTree>
    <p:extLst>
      <p:ext uri="{BB962C8B-B14F-4D97-AF65-F5344CB8AC3E}">
        <p14:creationId xmlns:p14="http://schemas.microsoft.com/office/powerpoint/2010/main" val="2483158593"/>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Half Image - dark">
    <p:bg>
      <p:bgRef idx="1001">
        <a:schemeClr val="bg1"/>
      </p:bgRef>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BF7AC9C5-12E9-9E44-9EC8-143CC68E1C14}"/>
              </a:ext>
            </a:extLst>
          </p:cNvPr>
          <p:cNvSpPr>
            <a:spLocks noGrp="1"/>
          </p:cNvSpPr>
          <p:nvPr>
            <p:ph type="pic" sz="quarter" idx="12"/>
          </p:nvPr>
        </p:nvSpPr>
        <p:spPr>
          <a:xfrm>
            <a:off x="6096000" y="-1"/>
            <a:ext cx="6096000" cy="6858001"/>
          </a:xfrm>
        </p:spPr>
        <p:txBody>
          <a:bodyPr anchor="ctr" anchorCtr="0"/>
          <a:lstStyle>
            <a:lvl1pPr algn="ctr">
              <a:defRPr>
                <a:solidFill>
                  <a:schemeClr val="tx1"/>
                </a:solidFill>
              </a:defRPr>
            </a:lvl1pPr>
          </a:lstStyle>
          <a:p>
            <a:r>
              <a:rPr lang="en-US"/>
              <a:t>Click icon to add picture</a:t>
            </a:r>
            <a:endParaRPr lang="en-US" dirty="0"/>
          </a:p>
        </p:txBody>
      </p:sp>
      <p:sp>
        <p:nvSpPr>
          <p:cNvPr id="3" name="Slide Number Placeholder 2">
            <a:extLst>
              <a:ext uri="{FF2B5EF4-FFF2-40B4-BE49-F238E27FC236}">
                <a16:creationId xmlns:a16="http://schemas.microsoft.com/office/drawing/2014/main" id="{65B34307-3F79-684E-8108-52BE58260EC8}"/>
              </a:ext>
            </a:extLst>
          </p:cNvPr>
          <p:cNvSpPr>
            <a:spLocks noGrp="1"/>
          </p:cNvSpPr>
          <p:nvPr>
            <p:ph type="sldNum" sz="quarter" idx="10"/>
          </p:nvPr>
        </p:nvSpPr>
        <p:spPr/>
        <p:txBody>
          <a:bodyPr/>
          <a:lstStyle>
            <a:lvl1pPr>
              <a:defRPr>
                <a:solidFill>
                  <a:schemeClr val="tx1"/>
                </a:solidFill>
              </a:defRPr>
            </a:lvl1pPr>
          </a:lstStyle>
          <a:p>
            <a:fld id="{C53E075B-3175-45CF-B3C7-FEDF3F5961E3}" type="slidenum">
              <a:rPr lang="en-US" smtClean="0"/>
              <a:pPr/>
              <a:t>‹#›</a:t>
            </a:fld>
            <a:endParaRPr lang="en-US" dirty="0"/>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p:nvPr>
        </p:nvSpPr>
        <p:spPr>
          <a:xfrm>
            <a:off x="457200" y="1524003"/>
            <a:ext cx="4652128"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557784"/>
            <a:ext cx="4652347"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4F362B45-F337-17B4-63C4-5C9AE50E38E7}"/>
              </a:ext>
            </a:extLst>
          </p:cNvPr>
          <p:cNvSpPr>
            <a:spLocks noGrp="1"/>
          </p:cNvSpPr>
          <p:nvPr>
            <p:ph type="ftr" sz="quarter" idx="11"/>
          </p:nvPr>
        </p:nvSpPr>
        <p:spPr>
          <a:xfrm>
            <a:off x="1042416" y="6325193"/>
            <a:ext cx="1816531" cy="304100"/>
          </a:xfrm>
          <a:prstGeom prst="rect">
            <a:avLst/>
          </a:prstGeom>
        </p:spPr>
        <p:txBody>
          <a:bodyPr/>
          <a:lstStyle>
            <a:lvl1pPr>
              <a:defRPr>
                <a:solidFill>
                  <a:schemeClr val="tx1"/>
                </a:solidFill>
              </a:defRPr>
            </a:lvl1pPr>
          </a:lstStyle>
          <a:p>
            <a:r>
              <a:rPr lang="en-US" dirty="0"/>
              <a:t>© 2023 Cognizant | Confidential &amp; Proprietary</a:t>
            </a:r>
          </a:p>
        </p:txBody>
      </p:sp>
    </p:spTree>
    <p:extLst>
      <p:ext uri="{BB962C8B-B14F-4D97-AF65-F5344CB8AC3E}">
        <p14:creationId xmlns:p14="http://schemas.microsoft.com/office/powerpoint/2010/main" val="3432055070"/>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f Image - light">
    <p:bg>
      <p:bgRef idx="1001">
        <a:schemeClr val="bg2"/>
      </p:bgRef>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BF7AC9C5-12E9-9E44-9EC8-143CC68E1C14}"/>
              </a:ext>
            </a:extLst>
          </p:cNvPr>
          <p:cNvSpPr>
            <a:spLocks noGrp="1"/>
          </p:cNvSpPr>
          <p:nvPr>
            <p:ph type="pic" sz="quarter" idx="12"/>
          </p:nvPr>
        </p:nvSpPr>
        <p:spPr>
          <a:xfrm>
            <a:off x="6096000" y="-1"/>
            <a:ext cx="6096000" cy="6858001"/>
          </a:xfrm>
        </p:spPr>
        <p:txBody>
          <a:bodyPr anchor="ctr" anchorCtr="0"/>
          <a:lstStyle>
            <a:lvl1pPr algn="ctr">
              <a:defRPr>
                <a:solidFill>
                  <a:schemeClr val="tx1"/>
                </a:solidFill>
              </a:defRPr>
            </a:lvl1pPr>
          </a:lstStyle>
          <a:p>
            <a:r>
              <a:rPr lang="en-US"/>
              <a:t>Click icon to add picture</a:t>
            </a:r>
            <a:endParaRPr lang="en-US" dirty="0"/>
          </a:p>
        </p:txBody>
      </p:sp>
      <p:sp>
        <p:nvSpPr>
          <p:cNvPr id="3" name="Slide Number Placeholder 2">
            <a:extLst>
              <a:ext uri="{FF2B5EF4-FFF2-40B4-BE49-F238E27FC236}">
                <a16:creationId xmlns:a16="http://schemas.microsoft.com/office/drawing/2014/main" id="{65B34307-3F79-684E-8108-52BE58260EC8}"/>
              </a:ext>
            </a:extLst>
          </p:cNvPr>
          <p:cNvSpPr>
            <a:spLocks noGrp="1"/>
          </p:cNvSpPr>
          <p:nvPr>
            <p:ph type="sldNum" sz="quarter" idx="10"/>
          </p:nvPr>
        </p:nvSpPr>
        <p:spPr/>
        <p:txBody>
          <a:bodyPr/>
          <a:lstStyle>
            <a:lvl1pPr>
              <a:defRPr>
                <a:solidFill>
                  <a:schemeClr val="tx1"/>
                </a:solidFill>
              </a:defRPr>
            </a:lvl1pPr>
          </a:lstStyle>
          <a:p>
            <a:fld id="{C53E075B-3175-45CF-B3C7-FEDF3F5961E3}" type="slidenum">
              <a:rPr lang="en-US" smtClean="0"/>
              <a:pPr/>
              <a:t>‹#›</a:t>
            </a:fld>
            <a:endParaRPr lang="en-US" dirty="0"/>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p:nvPr>
        </p:nvSpPr>
        <p:spPr>
          <a:xfrm>
            <a:off x="457200" y="1524003"/>
            <a:ext cx="4652128"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557784"/>
            <a:ext cx="4652347"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B75A8EF-708C-9159-E197-0752DFF64677}"/>
              </a:ext>
            </a:extLst>
          </p:cNvPr>
          <p:cNvSpPr>
            <a:spLocks noGrp="1"/>
          </p:cNvSpPr>
          <p:nvPr>
            <p:ph type="ftr" sz="quarter" idx="11"/>
          </p:nvPr>
        </p:nvSpPr>
        <p:spPr>
          <a:xfrm>
            <a:off x="1042416" y="6325193"/>
            <a:ext cx="1816531" cy="304100"/>
          </a:xfrm>
          <a:prstGeom prst="rect">
            <a:avLst/>
          </a:prstGeom>
        </p:spPr>
        <p:txBody>
          <a:bodyPr/>
          <a:lstStyle>
            <a:lvl1pPr>
              <a:defRPr>
                <a:solidFill>
                  <a:schemeClr val="tx1"/>
                </a:solidFill>
              </a:defRPr>
            </a:lvl1pPr>
          </a:lstStyle>
          <a:p>
            <a:r>
              <a:rPr lang="en-US" dirty="0"/>
              <a:t>© 2023 Cognizant | Confidential &amp; Proprietary</a:t>
            </a:r>
          </a:p>
        </p:txBody>
      </p:sp>
    </p:spTree>
    <p:extLst>
      <p:ext uri="{BB962C8B-B14F-4D97-AF65-F5344CB8AC3E}">
        <p14:creationId xmlns:p14="http://schemas.microsoft.com/office/powerpoint/2010/main" val="39311612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Full bleed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4A6658A-A831-914D-9CF0-153F9E06FAD8}"/>
              </a:ext>
            </a:extLst>
          </p:cNvPr>
          <p:cNvSpPr>
            <a:spLocks noGrp="1"/>
          </p:cNvSpPr>
          <p:nvPr>
            <p:ph type="pic" sz="quarter" idx="10"/>
          </p:nvPr>
        </p:nvSpPr>
        <p:spPr>
          <a:xfrm>
            <a:off x="0" y="0"/>
            <a:ext cx="12192000" cy="6858000"/>
          </a:xfrm>
        </p:spPr>
        <p:txBody>
          <a:bodyPr anchor="ctr" anchorCtr="0"/>
          <a:lstStyle>
            <a:lvl1pPr algn="ctr">
              <a:defRPr/>
            </a:lvl1pPr>
          </a:lstStyle>
          <a:p>
            <a:r>
              <a:rPr lang="en-US"/>
              <a:t>Click icon to add picture</a:t>
            </a:r>
          </a:p>
        </p:txBody>
      </p:sp>
    </p:spTree>
    <p:extLst>
      <p:ext uri="{BB962C8B-B14F-4D97-AF65-F5344CB8AC3E}">
        <p14:creationId xmlns:p14="http://schemas.microsoft.com/office/powerpoint/2010/main" val="7038989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Two full bleed image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4A6658A-A831-914D-9CF0-153F9E06FAD8}"/>
              </a:ext>
            </a:extLst>
          </p:cNvPr>
          <p:cNvSpPr>
            <a:spLocks noGrp="1"/>
          </p:cNvSpPr>
          <p:nvPr>
            <p:ph type="pic" sz="quarter" idx="10"/>
          </p:nvPr>
        </p:nvSpPr>
        <p:spPr>
          <a:xfrm>
            <a:off x="0" y="0"/>
            <a:ext cx="6086007" cy="6858000"/>
          </a:xfrm>
        </p:spPr>
        <p:txBody>
          <a:bodyPr anchor="ctr" anchorCtr="0"/>
          <a:lstStyle>
            <a:lvl1pPr algn="ctr">
              <a:defRPr/>
            </a:lvl1pPr>
          </a:lstStyle>
          <a:p>
            <a:r>
              <a:rPr lang="en-US"/>
              <a:t>Click icon to add picture</a:t>
            </a:r>
          </a:p>
        </p:txBody>
      </p:sp>
      <p:sp>
        <p:nvSpPr>
          <p:cNvPr id="3" name="Picture Placeholder 5">
            <a:extLst>
              <a:ext uri="{FF2B5EF4-FFF2-40B4-BE49-F238E27FC236}">
                <a16:creationId xmlns:a16="http://schemas.microsoft.com/office/drawing/2014/main" id="{24D29811-8F58-AB4A-BA13-B9ED7A6BC790}"/>
              </a:ext>
            </a:extLst>
          </p:cNvPr>
          <p:cNvSpPr>
            <a:spLocks noGrp="1"/>
          </p:cNvSpPr>
          <p:nvPr>
            <p:ph type="pic" sz="quarter" idx="11"/>
          </p:nvPr>
        </p:nvSpPr>
        <p:spPr>
          <a:xfrm>
            <a:off x="6096000" y="0"/>
            <a:ext cx="6096000" cy="6858000"/>
          </a:xfrm>
        </p:spPr>
        <p:txBody>
          <a:bodyPr anchor="ctr" anchorCtr="0"/>
          <a:lstStyle>
            <a:lvl1pPr algn="ctr">
              <a:defRPr/>
            </a:lvl1pPr>
          </a:lstStyle>
          <a:p>
            <a:r>
              <a:rPr lang="en-US"/>
              <a:t>Click icon to add picture</a:t>
            </a:r>
          </a:p>
        </p:txBody>
      </p:sp>
    </p:spTree>
    <p:extLst>
      <p:ext uri="{BB962C8B-B14F-4D97-AF65-F5344CB8AC3E}">
        <p14:creationId xmlns:p14="http://schemas.microsoft.com/office/powerpoint/2010/main" val="760680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2056384" cy="303572"/>
          </a:xfrm>
          <a:prstGeom prst="rect">
            <a:avLst/>
          </a:prstGeom>
        </p:spPr>
        <p:txBody>
          <a:bodyPr vert="horz" wrap="none" lIns="0" tIns="0" rIns="0" bIns="0" rtlCol="0" anchor="b" anchorCtr="0"/>
          <a:lstStyle>
            <a:lvl1pPr algn="l">
              <a:defRPr sz="700">
                <a:solidFill>
                  <a:schemeClr val="tx1"/>
                </a:solidFill>
              </a:defRPr>
            </a:lvl1pPr>
          </a:lstStyle>
          <a:p>
            <a:r>
              <a:rPr lang="en-US"/>
              <a:t>© 2023 Cognizant | Confidential &amp; Proprietary</a:t>
            </a:r>
            <a:endParaRPr lang="en-US" dirty="0"/>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1" r:id="rId1"/>
    <p:sldLayoutId id="2147483814" r:id="rId2"/>
    <p:sldLayoutId id="2147483729" r:id="rId3"/>
    <p:sldLayoutId id="2147483773" r:id="rId4"/>
    <p:sldLayoutId id="2147483665" r:id="rId5"/>
    <p:sldLayoutId id="2147483798" r:id="rId6"/>
    <p:sldLayoutId id="2147483799" r:id="rId7"/>
    <p:sldLayoutId id="2147483808" r:id="rId8"/>
    <p:sldLayoutId id="2147483809" r:id="rId9"/>
    <p:sldLayoutId id="2147483775" r:id="rId10"/>
    <p:sldLayoutId id="2147483781" r:id="rId11"/>
    <p:sldLayoutId id="2147483776" r:id="rId12"/>
    <p:sldLayoutId id="2147483740" r:id="rId13"/>
    <p:sldLayoutId id="2147483734" r:id="rId14"/>
    <p:sldLayoutId id="2147483783" r:id="rId15"/>
    <p:sldLayoutId id="2147483733" r:id="rId16"/>
    <p:sldLayoutId id="2147483772" r:id="rId17"/>
    <p:sldLayoutId id="2147483823" r:id="rId18"/>
    <p:sldLayoutId id="2147483726" r:id="rId19"/>
    <p:sldLayoutId id="2147483796" r:id="rId20"/>
    <p:sldLayoutId id="2147483797" r:id="rId21"/>
    <p:sldLayoutId id="2147483795" r:id="rId22"/>
    <p:sldLayoutId id="2147483787" r:id="rId23"/>
    <p:sldLayoutId id="2147483824" r:id="rId24"/>
    <p:sldLayoutId id="2147483788" r:id="rId25"/>
    <p:sldLayoutId id="2147483789" r:id="rId26"/>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hyperlink" Target="https://be.cognizant.com/sites/global-marketing/SitePage/1114785/marketing-brand-resources"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20.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20.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3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10.xml"/><Relationship Id="rId5" Type="http://schemas.openxmlformats.org/officeDocument/2006/relationships/chart" Target="../charts/chart12.xml"/><Relationship Id="rId4" Type="http://schemas.openxmlformats.org/officeDocument/2006/relationships/chart" Target="../charts/chart11.xml"/></Relationships>
</file>

<file path=ppt/slides/_rels/slide33.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7.xml"/><Relationship Id="rId1" Type="http://schemas.openxmlformats.org/officeDocument/2006/relationships/slideLayout" Target="../slideLayouts/slideLayout20.xml"/><Relationship Id="rId4" Type="http://schemas.openxmlformats.org/officeDocument/2006/relationships/chart" Target="../charts/char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5EC59C0-9CBA-8F4F-A32F-8F05A2B79F1B}"/>
              </a:ext>
            </a:extLst>
          </p:cNvPr>
          <p:cNvSpPr>
            <a:spLocks noGrp="1"/>
          </p:cNvSpPr>
          <p:nvPr>
            <p:ph type="ctrTitle"/>
          </p:nvPr>
        </p:nvSpPr>
        <p:spPr/>
        <p:txBody>
          <a:bodyPr/>
          <a:lstStyle/>
          <a:p>
            <a:r>
              <a:rPr lang="en-US" dirty="0"/>
              <a:t>PowerPoint template</a:t>
            </a:r>
          </a:p>
        </p:txBody>
      </p:sp>
      <p:sp>
        <p:nvSpPr>
          <p:cNvPr id="17" name="Subtitle 16">
            <a:extLst>
              <a:ext uri="{FF2B5EF4-FFF2-40B4-BE49-F238E27FC236}">
                <a16:creationId xmlns:a16="http://schemas.microsoft.com/office/drawing/2014/main" id="{09899AD9-F05F-4448-84EC-C44E5A3155BE}"/>
              </a:ext>
            </a:extLst>
          </p:cNvPr>
          <p:cNvSpPr>
            <a:spLocks noGrp="1"/>
          </p:cNvSpPr>
          <p:nvPr>
            <p:ph type="subTitle" idx="1"/>
          </p:nvPr>
        </p:nvSpPr>
        <p:spPr/>
        <p:txBody>
          <a:bodyPr/>
          <a:lstStyle/>
          <a:p>
            <a:r>
              <a:rPr lang="en-US" dirty="0"/>
              <a:t>Use and layout examples</a:t>
            </a:r>
          </a:p>
        </p:txBody>
      </p:sp>
      <p:sp>
        <p:nvSpPr>
          <p:cNvPr id="4" name="Footer Placeholder 3">
            <a:extLst>
              <a:ext uri="{FF2B5EF4-FFF2-40B4-BE49-F238E27FC236}">
                <a16:creationId xmlns:a16="http://schemas.microsoft.com/office/drawing/2014/main" id="{B7D25B54-6779-CD4A-A56B-DDD9A9221720}"/>
              </a:ext>
            </a:extLst>
          </p:cNvPr>
          <p:cNvSpPr>
            <a:spLocks noGrp="1"/>
          </p:cNvSpPr>
          <p:nvPr>
            <p:ph type="ftr" sz="quarter" idx="11"/>
          </p:nvPr>
        </p:nvSpPr>
        <p:spPr/>
        <p:txBody>
          <a:bodyPr/>
          <a:lstStyle/>
          <a:p>
            <a:r>
              <a:rPr lang="en-US" dirty="0"/>
              <a:t>© 2023 Cognizant | Confidential &amp; Proprietary</a:t>
            </a:r>
          </a:p>
        </p:txBody>
      </p:sp>
      <p:sp>
        <p:nvSpPr>
          <p:cNvPr id="13" name="Text Placeholder 12">
            <a:extLst>
              <a:ext uri="{FF2B5EF4-FFF2-40B4-BE49-F238E27FC236}">
                <a16:creationId xmlns:a16="http://schemas.microsoft.com/office/drawing/2014/main" id="{857CFC46-4918-294E-BE34-E346CD875261}"/>
              </a:ext>
            </a:extLst>
          </p:cNvPr>
          <p:cNvSpPr>
            <a:spLocks noGrp="1"/>
          </p:cNvSpPr>
          <p:nvPr>
            <p:ph type="body" idx="12"/>
          </p:nvPr>
        </p:nvSpPr>
        <p:spPr/>
        <p:txBody>
          <a:bodyPr/>
          <a:lstStyle/>
          <a:p>
            <a:r>
              <a:rPr lang="en-US" dirty="0"/>
              <a:t>2023</a:t>
            </a:r>
          </a:p>
        </p:txBody>
      </p:sp>
    </p:spTree>
    <p:extLst>
      <p:ext uri="{BB962C8B-B14F-4D97-AF65-F5344CB8AC3E}">
        <p14:creationId xmlns:p14="http://schemas.microsoft.com/office/powerpoint/2010/main" val="249961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12BF71A-AD4E-0945-BEE3-696103A22940}"/>
              </a:ext>
            </a:extLst>
          </p:cNvPr>
          <p:cNvSpPr>
            <a:spLocks noGrp="1"/>
          </p:cNvSpPr>
          <p:nvPr>
            <p:ph type="ftr" sz="quarter" idx="11"/>
          </p:nvPr>
        </p:nvSpPr>
        <p:spPr/>
        <p:txBody>
          <a:bodyPr/>
          <a:lstStyle/>
          <a:p>
            <a:r>
              <a:rPr lang="en-US"/>
              <a:t>© 2023 Cognizant | Confidential &amp; Proprietary</a:t>
            </a:r>
            <a:endParaRPr lang="en-US" dirty="0"/>
          </a:p>
        </p:txBody>
      </p:sp>
      <p:sp>
        <p:nvSpPr>
          <p:cNvPr id="6" name="Title 5">
            <a:extLst>
              <a:ext uri="{FF2B5EF4-FFF2-40B4-BE49-F238E27FC236}">
                <a16:creationId xmlns:a16="http://schemas.microsoft.com/office/drawing/2014/main" id="{13E0D380-208E-9346-914E-27138A80EA79}"/>
              </a:ext>
            </a:extLst>
          </p:cNvPr>
          <p:cNvSpPr>
            <a:spLocks noGrp="1"/>
          </p:cNvSpPr>
          <p:nvPr>
            <p:ph type="ctrTitle"/>
          </p:nvPr>
        </p:nvSpPr>
        <p:spPr/>
        <p:txBody>
          <a:bodyPr anchor="ctr" anchorCtr="0"/>
          <a:lstStyle/>
          <a:p>
            <a:r>
              <a:rPr lang="en-US" dirty="0"/>
              <a:t>Using the template</a:t>
            </a:r>
          </a:p>
        </p:txBody>
      </p:sp>
      <p:sp>
        <p:nvSpPr>
          <p:cNvPr id="3" name="Slide Number Placeholder 2">
            <a:extLst>
              <a:ext uri="{FF2B5EF4-FFF2-40B4-BE49-F238E27FC236}">
                <a16:creationId xmlns:a16="http://schemas.microsoft.com/office/drawing/2014/main" id="{5F604480-A95E-FD85-9E9B-C3F00524EF1B}"/>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Tree>
    <p:extLst>
      <p:ext uri="{BB962C8B-B14F-4D97-AF65-F5344CB8AC3E}">
        <p14:creationId xmlns:p14="http://schemas.microsoft.com/office/powerpoint/2010/main" val="1504389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EEF4FF99-AA3B-6B44-A01D-A956175BA2BB}"/>
              </a:ext>
            </a:extLst>
          </p:cNvPr>
          <p:cNvSpPr>
            <a:spLocks noGrp="1"/>
          </p:cNvSpPr>
          <p:nvPr>
            <p:ph sz="quarter" idx="21"/>
          </p:nvPr>
        </p:nvSpPr>
        <p:spPr>
          <a:xfrm>
            <a:off x="457200" y="1524002"/>
            <a:ext cx="11198772" cy="4813735"/>
          </a:xfrm>
        </p:spPr>
        <p:txBody>
          <a:bodyPr vert="horz" wrap="square" lIns="0" tIns="0" rIns="0" bIns="0" rtlCol="0" anchor="t">
            <a:noAutofit/>
          </a:bodyPr>
          <a:lstStyle/>
          <a:p>
            <a:pPr marL="342900" indent="-342900">
              <a:spcBef>
                <a:spcPts val="0"/>
              </a:spcBef>
              <a:spcAft>
                <a:spcPts val="1400"/>
              </a:spcAft>
              <a:buFont typeface="+mj-lt"/>
              <a:buAutoNum type="arabicPeriod"/>
              <a:tabLst>
                <a:tab pos="1247775" algn="l"/>
              </a:tabLst>
            </a:pPr>
            <a:r>
              <a:rPr lang="en-US" b="1" dirty="0"/>
              <a:t>Save	</a:t>
            </a:r>
            <a:r>
              <a:rPr lang="en-US" dirty="0"/>
              <a:t>Right after opening, choose “Save As” and .pptx from the file menu to not overwrite the .</a:t>
            </a:r>
            <a:r>
              <a:rPr lang="en-US" dirty="0" err="1"/>
              <a:t>potx</a:t>
            </a:r>
            <a:r>
              <a:rPr lang="en-US" dirty="0"/>
              <a:t> template.</a:t>
            </a:r>
          </a:p>
          <a:p>
            <a:pPr marL="342900" indent="-342900">
              <a:spcBef>
                <a:spcPts val="0"/>
              </a:spcBef>
              <a:spcAft>
                <a:spcPts val="1400"/>
              </a:spcAft>
              <a:buFont typeface="+mj-lt"/>
              <a:buAutoNum type="arabicPeriod"/>
              <a:tabLst>
                <a:tab pos="1247775" algn="l"/>
              </a:tabLst>
            </a:pPr>
            <a:r>
              <a:rPr lang="en-US" b="1" dirty="0"/>
              <a:t>Font	</a:t>
            </a:r>
            <a:r>
              <a:rPr lang="en-US" dirty="0"/>
              <a:t>Always Arial.</a:t>
            </a:r>
          </a:p>
          <a:p>
            <a:pPr marL="342900" indent="-342900">
              <a:spcBef>
                <a:spcPts val="0"/>
              </a:spcBef>
              <a:spcAft>
                <a:spcPts val="1400"/>
              </a:spcAft>
              <a:buFont typeface="+mj-lt"/>
              <a:buAutoNum type="arabicPeriod"/>
              <a:tabLst>
                <a:tab pos="1247775" algn="l"/>
              </a:tabLst>
            </a:pPr>
            <a:r>
              <a:rPr lang="en-US" b="1" dirty="0"/>
              <a:t>Titles	</a:t>
            </a:r>
            <a:r>
              <a:rPr lang="en-US" dirty="0"/>
              <a:t>Use sentence case. </a:t>
            </a:r>
            <a:r>
              <a:rPr lang="en-US" strike="sngStrike" dirty="0"/>
              <a:t>Not Title Case</a:t>
            </a:r>
            <a:r>
              <a:rPr lang="en-US" dirty="0"/>
              <a:t>. </a:t>
            </a:r>
            <a:r>
              <a:rPr lang="en-US" strike="sngStrike" dirty="0"/>
              <a:t>OR ALL CAPS</a:t>
            </a:r>
            <a:r>
              <a:rPr lang="en-US" dirty="0"/>
              <a:t>.</a:t>
            </a:r>
          </a:p>
          <a:p>
            <a:pPr marL="342900" indent="-342900">
              <a:spcBef>
                <a:spcPts val="0"/>
              </a:spcBef>
              <a:spcAft>
                <a:spcPts val="1400"/>
              </a:spcAft>
              <a:buFont typeface="+mj-lt"/>
              <a:buAutoNum type="arabicPeriod"/>
              <a:tabLst>
                <a:tab pos="1247775" algn="l"/>
              </a:tabLst>
            </a:pPr>
            <a:r>
              <a:rPr lang="en-US" b="1" dirty="0"/>
              <a:t>Text	</a:t>
            </a:r>
            <a:r>
              <a:rPr lang="en-US" dirty="0"/>
              <a:t>Read it all out loud. Does it sound like too much? Look at ways to reduce it – in many cases, less is more. </a:t>
            </a:r>
          </a:p>
          <a:p>
            <a:pPr marL="342900" indent="-342900">
              <a:spcBef>
                <a:spcPts val="0"/>
              </a:spcBef>
              <a:spcAft>
                <a:spcPts val="1400"/>
              </a:spcAft>
              <a:buFont typeface="+mj-lt"/>
              <a:buAutoNum type="arabicPeriod"/>
              <a:tabLst>
                <a:tab pos="1247775" algn="l"/>
              </a:tabLst>
            </a:pPr>
            <a:r>
              <a:rPr lang="en-US" b="1" dirty="0"/>
              <a:t>Layout 	</a:t>
            </a:r>
            <a:r>
              <a:rPr lang="en-US" dirty="0"/>
              <a:t>Do your sub-bullets have sub-bullets? Look at alternate ways to make it easier to understand. </a:t>
            </a:r>
          </a:p>
          <a:p>
            <a:pPr marL="342900" indent="-342900">
              <a:spcBef>
                <a:spcPts val="0"/>
              </a:spcBef>
              <a:spcAft>
                <a:spcPts val="1400"/>
              </a:spcAft>
              <a:buFont typeface="+mj-lt"/>
              <a:buAutoNum type="arabicPeriod"/>
              <a:tabLst>
                <a:tab pos="1247775" algn="l"/>
              </a:tabLst>
            </a:pPr>
            <a:r>
              <a:rPr lang="en-US" b="1" dirty="0"/>
              <a:t>Color	</a:t>
            </a:r>
            <a:r>
              <a:rPr lang="en-US" dirty="0"/>
              <a:t>Use </a:t>
            </a:r>
            <a:r>
              <a:rPr lang="en-US" b="1" dirty="0"/>
              <a:t>midnight blue </a:t>
            </a:r>
            <a:r>
              <a:rPr lang="en-US" dirty="0"/>
              <a:t>for most text and the template’s </a:t>
            </a:r>
            <a:r>
              <a:rPr lang="en-US" b="1" dirty="0">
                <a:solidFill>
                  <a:schemeClr val="accent3"/>
                </a:solidFill>
              </a:rPr>
              <a:t>blue </a:t>
            </a:r>
            <a:r>
              <a:rPr lang="en-US" b="1" dirty="0"/>
              <a:t>/ </a:t>
            </a:r>
            <a:r>
              <a:rPr lang="en-US" b="1" dirty="0">
                <a:solidFill>
                  <a:schemeClr val="accent5"/>
                </a:solidFill>
              </a:rPr>
              <a:t>teal </a:t>
            </a:r>
            <a:r>
              <a:rPr lang="en-US" b="1" dirty="0"/>
              <a:t>/ </a:t>
            </a:r>
            <a:r>
              <a:rPr lang="en-US" b="1" dirty="0">
                <a:solidFill>
                  <a:schemeClr val="accent1"/>
                </a:solidFill>
              </a:rPr>
              <a:t>plum</a:t>
            </a:r>
            <a:r>
              <a:rPr lang="en-US" b="1" dirty="0"/>
              <a:t> </a:t>
            </a:r>
            <a:r>
              <a:rPr lang="en-US" dirty="0"/>
              <a:t>for accents. Don’t create new colors. </a:t>
            </a:r>
          </a:p>
          <a:p>
            <a:pPr marL="342900" indent="-342900">
              <a:spcBef>
                <a:spcPts val="0"/>
              </a:spcBef>
              <a:spcAft>
                <a:spcPts val="1400"/>
              </a:spcAft>
              <a:buFont typeface="+mj-lt"/>
              <a:buAutoNum type="arabicPeriod"/>
              <a:tabLst>
                <a:tab pos="1247775" algn="l"/>
              </a:tabLst>
            </a:pPr>
            <a:r>
              <a:rPr lang="en-US" b="1" dirty="0"/>
              <a:t>Icons	</a:t>
            </a:r>
            <a:r>
              <a:rPr lang="en-US" dirty="0"/>
              <a:t>Use ours (from </a:t>
            </a:r>
            <a:r>
              <a:rPr lang="en-US" dirty="0" err="1"/>
              <a:t>Be.Cog</a:t>
            </a:r>
            <a:r>
              <a:rPr lang="en-US" dirty="0"/>
              <a:t> </a:t>
            </a:r>
            <a:r>
              <a:rPr lang="en-US" dirty="0">
                <a:hlinkClick r:id="rId3"/>
              </a:rPr>
              <a:t>Brand Resources page</a:t>
            </a:r>
            <a:r>
              <a:rPr lang="en-US" dirty="0">
                <a:solidFill>
                  <a:schemeClr val="tx2"/>
                </a:solidFill>
              </a:rPr>
              <a:t>)</a:t>
            </a:r>
            <a:r>
              <a:rPr lang="en-US" dirty="0"/>
              <a:t>. Also, use sparingly. Not every slide needs icons.</a:t>
            </a:r>
            <a:endParaRPr lang="en-US" dirty="0">
              <a:cs typeface="Arial"/>
            </a:endParaRPr>
          </a:p>
          <a:p>
            <a:pPr marL="342900" indent="-342900">
              <a:spcBef>
                <a:spcPts val="0"/>
              </a:spcBef>
              <a:spcAft>
                <a:spcPts val="1400"/>
              </a:spcAft>
              <a:buFont typeface="+mj-lt"/>
              <a:buAutoNum type="arabicPeriod"/>
              <a:tabLst>
                <a:tab pos="1247775" algn="l"/>
              </a:tabLst>
            </a:pPr>
            <a:r>
              <a:rPr lang="en-US" b="1" dirty="0"/>
              <a:t>Images	</a:t>
            </a:r>
            <a:r>
              <a:rPr lang="en-US" dirty="0"/>
              <a:t>Photographs create emotion and help tell stories. Experiment using them to tell yours.</a:t>
            </a:r>
          </a:p>
          <a:p>
            <a:pPr marL="342900" indent="-342900">
              <a:spcBef>
                <a:spcPts val="0"/>
              </a:spcBef>
              <a:spcAft>
                <a:spcPts val="1400"/>
              </a:spcAft>
              <a:buFont typeface="+mj-lt"/>
              <a:buAutoNum type="arabicPeriod"/>
              <a:tabLst>
                <a:tab pos="1247775" algn="l"/>
              </a:tabLst>
            </a:pPr>
            <a:r>
              <a:rPr lang="en-US" b="1" dirty="0"/>
              <a:t>Shrink	</a:t>
            </a:r>
            <a:r>
              <a:rPr lang="en-US" dirty="0"/>
              <a:t>To reduce file size - select image, click “shape format”, then “compress pictures” and choose 220ppi.</a:t>
            </a:r>
          </a:p>
          <a:p>
            <a:pPr marL="342900" indent="-342900">
              <a:spcBef>
                <a:spcPts val="0"/>
              </a:spcBef>
              <a:spcAft>
                <a:spcPts val="1400"/>
              </a:spcAft>
              <a:buFont typeface="+mj-lt"/>
              <a:buAutoNum type="arabicPeriod"/>
              <a:tabLst>
                <a:tab pos="1247775" algn="l"/>
              </a:tabLst>
            </a:pPr>
            <a:r>
              <a:rPr lang="en-US" b="1" dirty="0"/>
              <a:t>Variety	</a:t>
            </a:r>
            <a:r>
              <a:rPr lang="en-US" dirty="0"/>
              <a:t>The Additional Slides Library on Cognizant’s </a:t>
            </a:r>
            <a:r>
              <a:rPr lang="en-US" dirty="0" err="1"/>
              <a:t>Be.Cog</a:t>
            </a:r>
            <a:r>
              <a:rPr lang="en-US" dirty="0"/>
              <a:t> </a:t>
            </a:r>
            <a:r>
              <a:rPr lang="en-US" dirty="0">
                <a:hlinkClick r:id="rId3"/>
              </a:rPr>
              <a:t>Brand Resources page</a:t>
            </a:r>
            <a:r>
              <a:rPr lang="en-US" dirty="0"/>
              <a:t> provides 50+ pre-built slides.</a:t>
            </a:r>
          </a:p>
        </p:txBody>
      </p:sp>
      <p:sp>
        <p:nvSpPr>
          <p:cNvPr id="13" name="Title 12">
            <a:extLst>
              <a:ext uri="{FF2B5EF4-FFF2-40B4-BE49-F238E27FC236}">
                <a16:creationId xmlns:a16="http://schemas.microsoft.com/office/drawing/2014/main" id="{940326AF-9AF4-4242-89D1-A7F2393DF1A8}"/>
              </a:ext>
            </a:extLst>
          </p:cNvPr>
          <p:cNvSpPr>
            <a:spLocks noGrp="1"/>
          </p:cNvSpPr>
          <p:nvPr>
            <p:ph type="title"/>
          </p:nvPr>
        </p:nvSpPr>
        <p:spPr/>
        <p:txBody>
          <a:bodyPr/>
          <a:lstStyle/>
          <a:p>
            <a:r>
              <a:rPr lang="en-US" dirty="0"/>
              <a:t>Top Ten Cognizant PowerPoint tips</a:t>
            </a:r>
          </a:p>
        </p:txBody>
      </p:sp>
      <p:sp>
        <p:nvSpPr>
          <p:cNvPr id="4" name="Footer Placeholder 3">
            <a:extLst>
              <a:ext uri="{FF2B5EF4-FFF2-40B4-BE49-F238E27FC236}">
                <a16:creationId xmlns:a16="http://schemas.microsoft.com/office/drawing/2014/main" id="{712BF71A-AD4E-0945-BEE3-696103A22940}"/>
              </a:ext>
            </a:extLst>
          </p:cNvPr>
          <p:cNvSpPr>
            <a:spLocks noGrp="1"/>
          </p:cNvSpPr>
          <p:nvPr>
            <p:ph type="ftr" sz="quarter" idx="3"/>
          </p:nvPr>
        </p:nvSpPr>
        <p:spPr/>
        <p:txBody>
          <a:bodyPr/>
          <a:lstStyle/>
          <a:p>
            <a:r>
              <a:rPr lang="en-US"/>
              <a:t>© 2023 Cognizant | Confidential &amp; Proprietary</a:t>
            </a:r>
            <a:endParaRPr lang="en-US" dirty="0"/>
          </a:p>
        </p:txBody>
      </p:sp>
      <p:sp>
        <p:nvSpPr>
          <p:cNvPr id="2" name="Slide Number Placeholder 1">
            <a:extLst>
              <a:ext uri="{FF2B5EF4-FFF2-40B4-BE49-F238E27FC236}">
                <a16:creationId xmlns:a16="http://schemas.microsoft.com/office/drawing/2014/main" id="{5562649B-A056-B184-82E3-7DD78A596813}"/>
              </a:ext>
            </a:extLst>
          </p:cNvPr>
          <p:cNvSpPr>
            <a:spLocks noGrp="1"/>
          </p:cNvSpPr>
          <p:nvPr>
            <p:ph type="sldNum" sz="quarter" idx="4"/>
          </p:nvPr>
        </p:nvSpPr>
        <p:spPr/>
        <p:txBody>
          <a:bodyPr/>
          <a:lstStyle/>
          <a:p>
            <a:fld id="{C53E075B-3175-45CF-B3C7-FEDF3F5961E3}" type="slidenum">
              <a:rPr lang="en-US" smtClean="0"/>
              <a:pPr/>
              <a:t>3</a:t>
            </a:fld>
            <a:endParaRPr lang="en-US" dirty="0"/>
          </a:p>
        </p:txBody>
      </p:sp>
    </p:spTree>
    <p:extLst>
      <p:ext uri="{BB962C8B-B14F-4D97-AF65-F5344CB8AC3E}">
        <p14:creationId xmlns:p14="http://schemas.microsoft.com/office/powerpoint/2010/main" val="3935095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EEF4FF99-AA3B-6B44-A01D-A956175BA2BB}"/>
              </a:ext>
            </a:extLst>
          </p:cNvPr>
          <p:cNvSpPr>
            <a:spLocks noGrp="1"/>
          </p:cNvSpPr>
          <p:nvPr>
            <p:ph sz="quarter" idx="21"/>
          </p:nvPr>
        </p:nvSpPr>
        <p:spPr>
          <a:xfrm>
            <a:off x="457199" y="1363191"/>
            <a:ext cx="4965406" cy="4813735"/>
          </a:xfrm>
        </p:spPr>
        <p:txBody>
          <a:bodyPr vert="horz" wrap="square" lIns="0" tIns="0" rIns="0" bIns="0" rtlCol="0" anchor="t">
            <a:noAutofit/>
          </a:bodyPr>
          <a:lstStyle/>
          <a:p>
            <a:pPr>
              <a:lnSpc>
                <a:spcPct val="120000"/>
              </a:lnSpc>
              <a:spcBef>
                <a:spcPts val="1200"/>
              </a:spcBef>
            </a:pPr>
            <a:r>
              <a:rPr lang="en-US" sz="1800" b="1" dirty="0"/>
              <a:t>Dragging entire slides from other templates can cause major formatting issues.</a:t>
            </a:r>
            <a:r>
              <a:rPr lang="en-US" sz="1800" dirty="0"/>
              <a:t> </a:t>
            </a:r>
            <a:endParaRPr lang="en-US" dirty="0"/>
          </a:p>
          <a:p>
            <a:pPr>
              <a:lnSpc>
                <a:spcPct val="120000"/>
              </a:lnSpc>
              <a:spcBef>
                <a:spcPts val="1200"/>
              </a:spcBef>
            </a:pPr>
            <a:r>
              <a:rPr lang="en-US" dirty="0"/>
              <a:t>The right way takes time, but it’s worth it.</a:t>
            </a:r>
          </a:p>
          <a:p>
            <a:pPr marL="342900" indent="-342900">
              <a:lnSpc>
                <a:spcPct val="120000"/>
              </a:lnSpc>
              <a:spcBef>
                <a:spcPts val="1200"/>
              </a:spcBef>
              <a:buFont typeface="+mj-lt"/>
              <a:buAutoNum type="arabicPeriod"/>
            </a:pPr>
            <a:r>
              <a:rPr lang="en-US" dirty="0"/>
              <a:t>First, for each new slide, choose an appropriate layout in this template.</a:t>
            </a:r>
          </a:p>
          <a:p>
            <a:pPr marL="342900" indent="-342900">
              <a:lnSpc>
                <a:spcPct val="120000"/>
              </a:lnSpc>
              <a:spcBef>
                <a:spcPts val="1200"/>
              </a:spcBef>
              <a:buFont typeface="+mj-lt"/>
              <a:buAutoNum type="arabicPeriod"/>
            </a:pPr>
            <a:r>
              <a:rPr lang="en-US" dirty="0"/>
              <a:t>Then copy and paste text from your existing presentation into the corresponding heading and body copy placeholders, always choosing</a:t>
            </a:r>
            <a:br>
              <a:rPr lang="en-US" dirty="0"/>
            </a:br>
            <a:r>
              <a:rPr lang="en-US" dirty="0"/>
              <a:t>“Use Destination Theme” when asked.</a:t>
            </a:r>
          </a:p>
          <a:p>
            <a:pPr marL="342900" indent="-342900">
              <a:lnSpc>
                <a:spcPct val="120000"/>
              </a:lnSpc>
              <a:spcBef>
                <a:spcPts val="1200"/>
              </a:spcBef>
              <a:buFont typeface="+mj-lt"/>
              <a:buAutoNum type="arabicPeriod"/>
            </a:pPr>
            <a:r>
              <a:rPr lang="en-US" dirty="0"/>
              <a:t>Finally, copy and paste all the graphics and charts. You will likely need to do some slight adjusting and can use the sample slides in this template to confirm the correct font, colors and sizes.</a:t>
            </a:r>
            <a:endParaRPr lang="en-US" dirty="0">
              <a:effectLst/>
              <a:cs typeface="Arial"/>
            </a:endParaRPr>
          </a:p>
        </p:txBody>
      </p:sp>
      <p:sp>
        <p:nvSpPr>
          <p:cNvPr id="13" name="Title 12">
            <a:extLst>
              <a:ext uri="{FF2B5EF4-FFF2-40B4-BE49-F238E27FC236}">
                <a16:creationId xmlns:a16="http://schemas.microsoft.com/office/drawing/2014/main" id="{940326AF-9AF4-4242-89D1-A7F2393DF1A8}"/>
              </a:ext>
            </a:extLst>
          </p:cNvPr>
          <p:cNvSpPr>
            <a:spLocks noGrp="1"/>
          </p:cNvSpPr>
          <p:nvPr>
            <p:ph type="title"/>
          </p:nvPr>
        </p:nvSpPr>
        <p:spPr/>
        <p:txBody>
          <a:bodyPr/>
          <a:lstStyle/>
          <a:p>
            <a:pPr>
              <a:tabLst>
                <a:tab pos="3255963" algn="l"/>
              </a:tabLst>
            </a:pPr>
            <a:r>
              <a:rPr lang="en-US" dirty="0"/>
              <a:t>How to transfer old slides into this template </a:t>
            </a:r>
          </a:p>
        </p:txBody>
      </p:sp>
      <p:sp>
        <p:nvSpPr>
          <p:cNvPr id="4" name="Footer Placeholder 3">
            <a:extLst>
              <a:ext uri="{FF2B5EF4-FFF2-40B4-BE49-F238E27FC236}">
                <a16:creationId xmlns:a16="http://schemas.microsoft.com/office/drawing/2014/main" id="{712BF71A-AD4E-0945-BEE3-696103A22940}"/>
              </a:ext>
            </a:extLst>
          </p:cNvPr>
          <p:cNvSpPr>
            <a:spLocks noGrp="1"/>
          </p:cNvSpPr>
          <p:nvPr>
            <p:ph type="ftr" sz="quarter" idx="3"/>
          </p:nvPr>
        </p:nvSpPr>
        <p:spPr/>
        <p:txBody>
          <a:bodyPr/>
          <a:lstStyle/>
          <a:p>
            <a:r>
              <a:rPr lang="en-US"/>
              <a:t>© 2023 Cognizant | Confidential &amp; Proprietary</a:t>
            </a:r>
            <a:endParaRPr lang="en-US" dirty="0"/>
          </a:p>
        </p:txBody>
      </p:sp>
      <p:grpSp>
        <p:nvGrpSpPr>
          <p:cNvPr id="21" name="Group 20">
            <a:extLst>
              <a:ext uri="{FF2B5EF4-FFF2-40B4-BE49-F238E27FC236}">
                <a16:creationId xmlns:a16="http://schemas.microsoft.com/office/drawing/2014/main" id="{A745F5F5-FEC9-4540-8F55-5F6CA874DDD8}"/>
              </a:ext>
            </a:extLst>
          </p:cNvPr>
          <p:cNvGrpSpPr/>
          <p:nvPr/>
        </p:nvGrpSpPr>
        <p:grpSpPr>
          <a:xfrm>
            <a:off x="7054641" y="1567717"/>
            <a:ext cx="3520252" cy="2224354"/>
            <a:chOff x="6956323" y="1434244"/>
            <a:chExt cx="4143096" cy="2617912"/>
          </a:xfrm>
          <a:solidFill>
            <a:srgbClr val="91B9E5"/>
          </a:solidFill>
          <a:effectLst/>
        </p:grpSpPr>
        <p:cxnSp>
          <p:nvCxnSpPr>
            <p:cNvPr id="6" name="Straight Connector 5">
              <a:extLst>
                <a:ext uri="{FF2B5EF4-FFF2-40B4-BE49-F238E27FC236}">
                  <a16:creationId xmlns:a16="http://schemas.microsoft.com/office/drawing/2014/main" id="{659C5B7E-E823-4E4C-A343-3FEC4B950597}"/>
                </a:ext>
              </a:extLst>
            </p:cNvPr>
            <p:cNvCxnSpPr/>
            <p:nvPr/>
          </p:nvCxnSpPr>
          <p:spPr>
            <a:xfrm>
              <a:off x="6998500" y="1455175"/>
              <a:ext cx="4061590" cy="2523349"/>
            </a:xfrm>
            <a:prstGeom prst="line">
              <a:avLst/>
            </a:prstGeom>
            <a:grpFill/>
            <a:ln w="25400" cap="rnd">
              <a:solidFill>
                <a:srgbClr val="C00000"/>
              </a:solidFill>
            </a:ln>
          </p:spPr>
          <p:style>
            <a:lnRef idx="1">
              <a:schemeClr val="accent1"/>
            </a:lnRef>
            <a:fillRef idx="0">
              <a:schemeClr val="accent1"/>
            </a:fillRef>
            <a:effectRef idx="0">
              <a:schemeClr val="accent1"/>
            </a:effectRef>
            <a:fontRef idx="minor">
              <a:schemeClr val="tx1"/>
            </a:fontRef>
          </p:style>
        </p:cxnSp>
        <p:pic>
          <p:nvPicPr>
            <p:cNvPr id="10" name="Picture 11" descr="Graphical user interface, application, PowerPoint&#10;&#10;Description automatically generated">
              <a:extLst>
                <a:ext uri="{FF2B5EF4-FFF2-40B4-BE49-F238E27FC236}">
                  <a16:creationId xmlns:a16="http://schemas.microsoft.com/office/drawing/2014/main" id="{518D969A-07E0-4C04-BE14-7C10DFD665F8}"/>
                </a:ext>
              </a:extLst>
            </p:cNvPr>
            <p:cNvPicPr>
              <a:picLocks noChangeAspect="1"/>
            </p:cNvPicPr>
            <p:nvPr/>
          </p:nvPicPr>
          <p:blipFill>
            <a:blip r:embed="rId3"/>
            <a:stretch>
              <a:fillRect/>
            </a:stretch>
          </p:blipFill>
          <p:spPr>
            <a:xfrm>
              <a:off x="6956323" y="1434244"/>
              <a:ext cx="4119716" cy="2617912"/>
            </a:xfrm>
            <a:prstGeom prst="rect">
              <a:avLst/>
            </a:prstGeom>
            <a:grpFill/>
            <a:effectLst>
              <a:outerShdw blurRad="50800" dist="38100" dir="2700000" algn="tl" rotWithShape="0">
                <a:prstClr val="black">
                  <a:alpha val="28000"/>
                </a:prstClr>
              </a:outerShdw>
            </a:effectLst>
          </p:spPr>
        </p:pic>
        <p:cxnSp>
          <p:nvCxnSpPr>
            <p:cNvPr id="8" name="Straight Connector 7">
              <a:extLst>
                <a:ext uri="{FF2B5EF4-FFF2-40B4-BE49-F238E27FC236}">
                  <a16:creationId xmlns:a16="http://schemas.microsoft.com/office/drawing/2014/main" id="{709B998D-E0EF-4AE2-BD50-E014B1577505}"/>
                </a:ext>
              </a:extLst>
            </p:cNvPr>
            <p:cNvCxnSpPr>
              <a:cxnSpLocks/>
            </p:cNvCxnSpPr>
            <p:nvPr/>
          </p:nvCxnSpPr>
          <p:spPr>
            <a:xfrm flipV="1">
              <a:off x="6998500" y="1450260"/>
              <a:ext cx="4022261" cy="2543012"/>
            </a:xfrm>
            <a:prstGeom prst="line">
              <a:avLst/>
            </a:prstGeom>
            <a:grpFill/>
            <a:ln w="25400" cap="rnd">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296BAAD-978A-4C72-816B-2ADD1BE586B9}"/>
                </a:ext>
              </a:extLst>
            </p:cNvPr>
            <p:cNvCxnSpPr/>
            <p:nvPr/>
          </p:nvCxnSpPr>
          <p:spPr>
            <a:xfrm>
              <a:off x="6973919" y="1450259"/>
              <a:ext cx="4125500" cy="2582341"/>
            </a:xfrm>
            <a:prstGeom prst="line">
              <a:avLst/>
            </a:prstGeom>
            <a:grpFill/>
            <a:ln w="25400" cap="rnd">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E74ABC7C-A437-4D71-AA81-3520F406A7D0}"/>
              </a:ext>
            </a:extLst>
          </p:cNvPr>
          <p:cNvSpPr txBox="1"/>
          <p:nvPr/>
        </p:nvSpPr>
        <p:spPr>
          <a:xfrm>
            <a:off x="7248654" y="4943676"/>
            <a:ext cx="3322736" cy="656077"/>
          </a:xfrm>
          <a:prstGeom prst="rect">
            <a:avLst/>
          </a:prstGeom>
          <a:noFill/>
        </p:spPr>
        <p:txBody>
          <a:bodyPr wrap="square">
            <a:spAutoFit/>
          </a:bodyPr>
          <a:lstStyle/>
          <a:p>
            <a:pPr>
              <a:lnSpc>
                <a:spcPct val="120000"/>
              </a:lnSpc>
              <a:spcBef>
                <a:spcPts val="1200"/>
              </a:spcBef>
            </a:pPr>
            <a:r>
              <a:rPr lang="en-US" sz="1600" dirty="0">
                <a:solidFill>
                  <a:schemeClr val="accent3"/>
                </a:solidFill>
                <a:cs typeface="Arial"/>
              </a:rPr>
              <a:t>For a full video tutorial,</a:t>
            </a:r>
            <a:br>
              <a:rPr lang="en-US" sz="1600" dirty="0">
                <a:solidFill>
                  <a:schemeClr val="accent3"/>
                </a:solidFill>
                <a:cs typeface="Arial"/>
              </a:rPr>
            </a:br>
            <a:r>
              <a:rPr lang="en-US" sz="1600" dirty="0">
                <a:solidFill>
                  <a:schemeClr val="accent3"/>
                </a:solidFill>
                <a:cs typeface="Arial"/>
              </a:rPr>
              <a:t>search “PPT tips” on BeCognizant.</a:t>
            </a:r>
            <a:endParaRPr lang="en-US" sz="1600" dirty="0">
              <a:solidFill>
                <a:schemeClr val="accent3"/>
              </a:solidFill>
              <a:effectLst/>
              <a:cs typeface="Arial"/>
            </a:endParaRPr>
          </a:p>
        </p:txBody>
      </p:sp>
      <p:sp>
        <p:nvSpPr>
          <p:cNvPr id="15" name="Rectangle 14">
            <a:extLst>
              <a:ext uri="{FF2B5EF4-FFF2-40B4-BE49-F238E27FC236}">
                <a16:creationId xmlns:a16="http://schemas.microsoft.com/office/drawing/2014/main" id="{CE8B8AEC-1F57-4ED0-3953-79049EAA816E}"/>
              </a:ext>
            </a:extLst>
          </p:cNvPr>
          <p:cNvSpPr/>
          <p:nvPr/>
        </p:nvSpPr>
        <p:spPr>
          <a:xfrm>
            <a:off x="7054641" y="4699591"/>
            <a:ext cx="3710763" cy="1144246"/>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D03FBE8E-C9C3-AA19-9D21-1538D8CB8553}"/>
              </a:ext>
            </a:extLst>
          </p:cNvPr>
          <p:cNvSpPr>
            <a:spLocks noGrp="1"/>
          </p:cNvSpPr>
          <p:nvPr>
            <p:ph type="sldNum" sz="quarter" idx="4"/>
          </p:nvPr>
        </p:nvSpPr>
        <p:spPr/>
        <p:txBody>
          <a:bodyPr/>
          <a:lstStyle/>
          <a:p>
            <a:fld id="{C53E075B-3175-45CF-B3C7-FEDF3F5961E3}" type="slidenum">
              <a:rPr lang="en-US" smtClean="0"/>
              <a:pPr/>
              <a:t>4</a:t>
            </a:fld>
            <a:endParaRPr lang="en-US" dirty="0"/>
          </a:p>
        </p:txBody>
      </p:sp>
    </p:spTree>
    <p:extLst>
      <p:ext uri="{BB962C8B-B14F-4D97-AF65-F5344CB8AC3E}">
        <p14:creationId xmlns:p14="http://schemas.microsoft.com/office/powerpoint/2010/main" val="3047479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CF36B7-6E39-5A1F-7818-A8B507449357}"/>
              </a:ext>
            </a:extLst>
          </p:cNvPr>
          <p:cNvSpPr/>
          <p:nvPr/>
        </p:nvSpPr>
        <p:spPr>
          <a:xfrm>
            <a:off x="5861302" y="123459"/>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285CFD-8A77-1544-B303-E7F91A73D9CD}"/>
              </a:ext>
            </a:extLst>
          </p:cNvPr>
          <p:cNvSpPr>
            <a:spLocks noGrp="1"/>
          </p:cNvSpPr>
          <p:nvPr>
            <p:ph type="title"/>
          </p:nvPr>
        </p:nvSpPr>
        <p:spPr/>
        <p:txBody>
          <a:bodyPr/>
          <a:lstStyle/>
          <a:p>
            <a:r>
              <a:rPr lang="en-US" dirty="0"/>
              <a:t>Our logo</a:t>
            </a:r>
          </a:p>
        </p:txBody>
      </p:sp>
      <p:pic>
        <p:nvPicPr>
          <p:cNvPr id="16" name="Graphic 15">
            <a:extLst>
              <a:ext uri="{FF2B5EF4-FFF2-40B4-BE49-F238E27FC236}">
                <a16:creationId xmlns:a16="http://schemas.microsoft.com/office/drawing/2014/main" id="{F4411053-1FED-7C58-0909-C138FE923A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89820" y="4529766"/>
            <a:ext cx="2387600" cy="584200"/>
          </a:xfrm>
          <a:prstGeom prst="rect">
            <a:avLst/>
          </a:prstGeom>
        </p:spPr>
      </p:pic>
      <p:pic>
        <p:nvPicPr>
          <p:cNvPr id="18" name="Graphic 17">
            <a:extLst>
              <a:ext uri="{FF2B5EF4-FFF2-40B4-BE49-F238E27FC236}">
                <a16:creationId xmlns:a16="http://schemas.microsoft.com/office/drawing/2014/main" id="{A2404449-5FD0-7609-E55F-729DA1EAEE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89820" y="3058429"/>
            <a:ext cx="2387600" cy="419100"/>
          </a:xfrm>
          <a:prstGeom prst="rect">
            <a:avLst/>
          </a:prstGeom>
        </p:spPr>
      </p:pic>
      <p:pic>
        <p:nvPicPr>
          <p:cNvPr id="22" name="Graphic 21">
            <a:extLst>
              <a:ext uri="{FF2B5EF4-FFF2-40B4-BE49-F238E27FC236}">
                <a16:creationId xmlns:a16="http://schemas.microsoft.com/office/drawing/2014/main" id="{B3B15907-4D77-21D5-C12E-F223A26091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62245" y="2639329"/>
            <a:ext cx="2387600" cy="419100"/>
          </a:xfrm>
          <a:prstGeom prst="rect">
            <a:avLst/>
          </a:prstGeom>
        </p:spPr>
      </p:pic>
      <p:pic>
        <p:nvPicPr>
          <p:cNvPr id="26" name="Graphic 25">
            <a:extLst>
              <a:ext uri="{FF2B5EF4-FFF2-40B4-BE49-F238E27FC236}">
                <a16:creationId xmlns:a16="http://schemas.microsoft.com/office/drawing/2014/main" id="{B2807E29-AF83-D91E-D24F-F2F2EBE5794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62245" y="4529766"/>
            <a:ext cx="2387600" cy="584200"/>
          </a:xfrm>
          <a:prstGeom prst="rect">
            <a:avLst/>
          </a:prstGeom>
        </p:spPr>
      </p:pic>
      <p:sp>
        <p:nvSpPr>
          <p:cNvPr id="27" name="Title 1">
            <a:extLst>
              <a:ext uri="{FF2B5EF4-FFF2-40B4-BE49-F238E27FC236}">
                <a16:creationId xmlns:a16="http://schemas.microsoft.com/office/drawing/2014/main" id="{648F0817-54F2-1D88-AB3E-A75E862E5F70}"/>
              </a:ext>
            </a:extLst>
          </p:cNvPr>
          <p:cNvSpPr txBox="1">
            <a:spLocks/>
          </p:cNvSpPr>
          <p:nvPr/>
        </p:nvSpPr>
        <p:spPr>
          <a:xfrm>
            <a:off x="2145405" y="1810528"/>
            <a:ext cx="2668774" cy="307777"/>
          </a:xfrm>
          <a:prstGeom prst="rect">
            <a:avLst/>
          </a:prstGeom>
        </p:spPr>
        <p:txBody>
          <a:bodyPr vert="horz" wrap="square" lIns="0" tIns="0" rIns="0" bIns="0" rtlCol="0" anchor="t" anchorCtr="0">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1200" b="0" dirty="0"/>
              <a:t>Use on light backgrounds</a:t>
            </a:r>
          </a:p>
        </p:txBody>
      </p:sp>
      <p:sp>
        <p:nvSpPr>
          <p:cNvPr id="28" name="Title 1">
            <a:extLst>
              <a:ext uri="{FF2B5EF4-FFF2-40B4-BE49-F238E27FC236}">
                <a16:creationId xmlns:a16="http://schemas.microsoft.com/office/drawing/2014/main" id="{96E046E9-9554-485B-2EC3-516FFA65D9CC}"/>
              </a:ext>
            </a:extLst>
          </p:cNvPr>
          <p:cNvSpPr txBox="1">
            <a:spLocks/>
          </p:cNvSpPr>
          <p:nvPr/>
        </p:nvSpPr>
        <p:spPr>
          <a:xfrm>
            <a:off x="8317830" y="1810528"/>
            <a:ext cx="2668774" cy="307777"/>
          </a:xfrm>
          <a:prstGeom prst="rect">
            <a:avLst/>
          </a:prstGeom>
        </p:spPr>
        <p:txBody>
          <a:bodyPr vert="horz" wrap="square" lIns="0" tIns="0" rIns="0" bIns="0" rtlCol="0" anchor="t" anchorCtr="0">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1200" b="0" dirty="0">
                <a:solidFill>
                  <a:schemeClr val="bg2">
                    <a:lumMod val="95000"/>
                  </a:schemeClr>
                </a:solidFill>
              </a:rPr>
              <a:t>Use on dark backgrounds</a:t>
            </a:r>
          </a:p>
        </p:txBody>
      </p:sp>
      <p:sp>
        <p:nvSpPr>
          <p:cNvPr id="3" name="Footer Placeholder 2">
            <a:extLst>
              <a:ext uri="{FF2B5EF4-FFF2-40B4-BE49-F238E27FC236}">
                <a16:creationId xmlns:a16="http://schemas.microsoft.com/office/drawing/2014/main" id="{360B9794-39ED-3D05-B43E-5F57E3BB2359}"/>
              </a:ext>
            </a:extLst>
          </p:cNvPr>
          <p:cNvSpPr>
            <a:spLocks noGrp="1"/>
          </p:cNvSpPr>
          <p:nvPr>
            <p:ph type="ftr" sz="quarter" idx="11"/>
          </p:nvPr>
        </p:nvSpPr>
        <p:spPr/>
        <p:txBody>
          <a:bodyPr/>
          <a:lstStyle/>
          <a:p>
            <a:r>
              <a:rPr lang="en-US" dirty="0"/>
              <a:t>© 2023 Cognizant | Confidential &amp; Proprietary</a:t>
            </a:r>
          </a:p>
        </p:txBody>
      </p:sp>
      <p:sp>
        <p:nvSpPr>
          <p:cNvPr id="4" name="Slide Number Placeholder 3">
            <a:extLst>
              <a:ext uri="{FF2B5EF4-FFF2-40B4-BE49-F238E27FC236}">
                <a16:creationId xmlns:a16="http://schemas.microsoft.com/office/drawing/2014/main" id="{8207FF84-178D-7ED0-DAA2-D0B26CD4696A}"/>
              </a:ext>
            </a:extLst>
          </p:cNvPr>
          <p:cNvSpPr>
            <a:spLocks noGrp="1"/>
          </p:cNvSpPr>
          <p:nvPr>
            <p:ph type="sldNum" sz="quarter" idx="12"/>
          </p:nvPr>
        </p:nvSpPr>
        <p:spPr/>
        <p:txBody>
          <a:bodyPr/>
          <a:lstStyle/>
          <a:p>
            <a:fld id="{C53E075B-3175-45CF-B3C7-FEDF3F5961E3}" type="slidenum">
              <a:rPr lang="en-US" smtClean="0"/>
              <a:pPr/>
              <a:t>5</a:t>
            </a:fld>
            <a:endParaRPr lang="en-US" dirty="0"/>
          </a:p>
        </p:txBody>
      </p:sp>
    </p:spTree>
    <p:extLst>
      <p:ext uri="{BB962C8B-B14F-4D97-AF65-F5344CB8AC3E}">
        <p14:creationId xmlns:p14="http://schemas.microsoft.com/office/powerpoint/2010/main" val="3778525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5EC59C0-9CBA-8F4F-A32F-8F05A2B79F1B}"/>
              </a:ext>
            </a:extLst>
          </p:cNvPr>
          <p:cNvSpPr>
            <a:spLocks noGrp="1"/>
          </p:cNvSpPr>
          <p:nvPr>
            <p:ph type="ctrTitle"/>
          </p:nvPr>
        </p:nvSpPr>
        <p:spPr/>
        <p:txBody>
          <a:bodyPr/>
          <a:lstStyle/>
          <a:p>
            <a:r>
              <a:rPr lang="en-US" dirty="0"/>
              <a:t>Presentation title will go here in Arial 36pt bold</a:t>
            </a:r>
          </a:p>
        </p:txBody>
      </p:sp>
      <p:sp>
        <p:nvSpPr>
          <p:cNvPr id="17" name="Subtitle 16">
            <a:extLst>
              <a:ext uri="{FF2B5EF4-FFF2-40B4-BE49-F238E27FC236}">
                <a16:creationId xmlns:a16="http://schemas.microsoft.com/office/drawing/2014/main" id="{09899AD9-F05F-4448-84EC-C44E5A3155BE}"/>
              </a:ext>
            </a:extLst>
          </p:cNvPr>
          <p:cNvSpPr>
            <a:spLocks noGrp="1"/>
          </p:cNvSpPr>
          <p:nvPr>
            <p:ph type="subTitle" idx="1"/>
          </p:nvPr>
        </p:nvSpPr>
        <p:spPr/>
        <p:txBody>
          <a:bodyPr/>
          <a:lstStyle/>
          <a:p>
            <a:r>
              <a:rPr lang="en-US" dirty="0"/>
              <a:t>Subtitle will go here </a:t>
            </a:r>
          </a:p>
        </p:txBody>
      </p:sp>
      <p:sp>
        <p:nvSpPr>
          <p:cNvPr id="2" name="Footer Placeholder 1">
            <a:extLst>
              <a:ext uri="{FF2B5EF4-FFF2-40B4-BE49-F238E27FC236}">
                <a16:creationId xmlns:a16="http://schemas.microsoft.com/office/drawing/2014/main" id="{274EB6B0-5AD1-B5ED-0442-78B1C4107495}"/>
              </a:ext>
            </a:extLst>
          </p:cNvPr>
          <p:cNvSpPr>
            <a:spLocks noGrp="1"/>
          </p:cNvSpPr>
          <p:nvPr>
            <p:ph type="ftr" sz="quarter" idx="11"/>
          </p:nvPr>
        </p:nvSpPr>
        <p:spPr/>
        <p:txBody>
          <a:bodyPr/>
          <a:lstStyle/>
          <a:p>
            <a:r>
              <a:rPr lang="en-US"/>
              <a:t>© 2023 Cognizant | Confidential &amp; Proprietary</a:t>
            </a:r>
            <a:endParaRPr lang="en-US" dirty="0"/>
          </a:p>
        </p:txBody>
      </p:sp>
      <p:sp>
        <p:nvSpPr>
          <p:cNvPr id="13" name="Text Placeholder 12">
            <a:extLst>
              <a:ext uri="{FF2B5EF4-FFF2-40B4-BE49-F238E27FC236}">
                <a16:creationId xmlns:a16="http://schemas.microsoft.com/office/drawing/2014/main" id="{857CFC46-4918-294E-BE34-E346CD875261}"/>
              </a:ext>
            </a:extLst>
          </p:cNvPr>
          <p:cNvSpPr>
            <a:spLocks noGrp="1"/>
          </p:cNvSpPr>
          <p:nvPr>
            <p:ph type="body" idx="12"/>
          </p:nvPr>
        </p:nvSpPr>
        <p:spPr/>
        <p:txBody>
          <a:bodyPr/>
          <a:lstStyle/>
          <a:p>
            <a:r>
              <a:rPr lang="en-US" dirty="0"/>
              <a:t>Date will go here</a:t>
            </a:r>
          </a:p>
        </p:txBody>
      </p:sp>
    </p:spTree>
    <p:extLst>
      <p:ext uri="{BB962C8B-B14F-4D97-AF65-F5344CB8AC3E}">
        <p14:creationId xmlns:p14="http://schemas.microsoft.com/office/powerpoint/2010/main" val="1894775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5EC59C0-9CBA-8F4F-A32F-8F05A2B79F1B}"/>
              </a:ext>
            </a:extLst>
          </p:cNvPr>
          <p:cNvSpPr>
            <a:spLocks noGrp="1"/>
          </p:cNvSpPr>
          <p:nvPr>
            <p:ph type="ctrTitle"/>
          </p:nvPr>
        </p:nvSpPr>
        <p:spPr/>
        <p:txBody>
          <a:bodyPr/>
          <a:lstStyle/>
          <a:p>
            <a:r>
              <a:rPr lang="en-US" dirty="0"/>
              <a:t>Extra long presentation titles</a:t>
            </a:r>
            <a:br>
              <a:rPr lang="en-US" dirty="0"/>
            </a:br>
            <a:r>
              <a:rPr lang="en-US" dirty="0"/>
              <a:t>will go here in Arial 36pt bold</a:t>
            </a:r>
          </a:p>
        </p:txBody>
      </p:sp>
      <p:sp>
        <p:nvSpPr>
          <p:cNvPr id="17" name="Subtitle 16">
            <a:extLst>
              <a:ext uri="{FF2B5EF4-FFF2-40B4-BE49-F238E27FC236}">
                <a16:creationId xmlns:a16="http://schemas.microsoft.com/office/drawing/2014/main" id="{09899AD9-F05F-4448-84EC-C44E5A3155BE}"/>
              </a:ext>
            </a:extLst>
          </p:cNvPr>
          <p:cNvSpPr>
            <a:spLocks noGrp="1"/>
          </p:cNvSpPr>
          <p:nvPr>
            <p:ph type="subTitle" idx="1"/>
          </p:nvPr>
        </p:nvSpPr>
        <p:spPr/>
        <p:txBody>
          <a:bodyPr/>
          <a:lstStyle/>
          <a:p>
            <a:r>
              <a:rPr lang="en-US" dirty="0"/>
              <a:t>Subtitle will go here </a:t>
            </a:r>
          </a:p>
        </p:txBody>
      </p:sp>
      <p:sp>
        <p:nvSpPr>
          <p:cNvPr id="13" name="Text Placeholder 12">
            <a:extLst>
              <a:ext uri="{FF2B5EF4-FFF2-40B4-BE49-F238E27FC236}">
                <a16:creationId xmlns:a16="http://schemas.microsoft.com/office/drawing/2014/main" id="{857CFC46-4918-294E-BE34-E346CD875261}"/>
              </a:ext>
            </a:extLst>
          </p:cNvPr>
          <p:cNvSpPr>
            <a:spLocks noGrp="1"/>
          </p:cNvSpPr>
          <p:nvPr>
            <p:ph type="body" idx="12"/>
          </p:nvPr>
        </p:nvSpPr>
        <p:spPr/>
        <p:txBody>
          <a:bodyPr/>
          <a:lstStyle/>
          <a:p>
            <a:r>
              <a:rPr lang="en-US" dirty="0"/>
              <a:t>Date will go here</a:t>
            </a:r>
          </a:p>
        </p:txBody>
      </p:sp>
      <p:sp>
        <p:nvSpPr>
          <p:cNvPr id="16" name="Footer Placeholder 15">
            <a:extLst>
              <a:ext uri="{FF2B5EF4-FFF2-40B4-BE49-F238E27FC236}">
                <a16:creationId xmlns:a16="http://schemas.microsoft.com/office/drawing/2014/main" id="{26FF387F-5E13-D778-787A-DF0155268C1F}"/>
              </a:ext>
            </a:extLst>
          </p:cNvPr>
          <p:cNvSpPr>
            <a:spLocks noGrp="1"/>
          </p:cNvSpPr>
          <p:nvPr>
            <p:ph type="ftr" sz="quarter" idx="11"/>
          </p:nvPr>
        </p:nvSpPr>
        <p:spPr/>
        <p:txBody>
          <a:bodyPr/>
          <a:lstStyle/>
          <a:p>
            <a:r>
              <a:rPr lang="en-US"/>
              <a:t>© 2023 Cognizant | Confidential &amp; Proprietary</a:t>
            </a:r>
            <a:endParaRPr lang="en-US" dirty="0"/>
          </a:p>
        </p:txBody>
      </p:sp>
    </p:spTree>
    <p:extLst>
      <p:ext uri="{BB962C8B-B14F-4D97-AF65-F5344CB8AC3E}">
        <p14:creationId xmlns:p14="http://schemas.microsoft.com/office/powerpoint/2010/main" val="1817868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3CDD6-36A0-B04D-B72D-5EC6F5AFBA05}"/>
              </a:ext>
            </a:extLst>
          </p:cNvPr>
          <p:cNvSpPr>
            <a:spLocks noGrp="1"/>
          </p:cNvSpPr>
          <p:nvPr>
            <p:ph type="title"/>
          </p:nvPr>
        </p:nvSpPr>
        <p:spPr>
          <a:xfrm>
            <a:off x="457199" y="557784"/>
            <a:ext cx="10808209" cy="369332"/>
          </a:xfrm>
        </p:spPr>
        <p:txBody>
          <a:bodyPr/>
          <a:lstStyle/>
          <a:p>
            <a:r>
              <a:rPr lang="en-US" dirty="0"/>
              <a:t>Agenda</a:t>
            </a:r>
          </a:p>
        </p:txBody>
      </p:sp>
      <p:sp>
        <p:nvSpPr>
          <p:cNvPr id="4" name="Footer Placeholder 3">
            <a:extLst>
              <a:ext uri="{FF2B5EF4-FFF2-40B4-BE49-F238E27FC236}">
                <a16:creationId xmlns:a16="http://schemas.microsoft.com/office/drawing/2014/main" id="{09C89C61-87E8-7E4C-9510-DFE3F25019D4}"/>
              </a:ext>
            </a:extLst>
          </p:cNvPr>
          <p:cNvSpPr>
            <a:spLocks noGrp="1"/>
          </p:cNvSpPr>
          <p:nvPr>
            <p:ph type="ftr" sz="quarter" idx="11"/>
          </p:nvPr>
        </p:nvSpPr>
        <p:spPr>
          <a:xfrm>
            <a:off x="1042416" y="6325193"/>
            <a:ext cx="1198179" cy="303572"/>
          </a:xfrm>
        </p:spPr>
        <p:txBody>
          <a:bodyPr/>
          <a:lstStyle/>
          <a:p>
            <a:r>
              <a:rPr lang="en-US"/>
              <a:t>© 2023 Cognizant | Confidential &amp; Proprietary</a:t>
            </a:r>
            <a:endParaRPr lang="en-US" dirty="0"/>
          </a:p>
        </p:txBody>
      </p:sp>
      <p:sp>
        <p:nvSpPr>
          <p:cNvPr id="3" name="Content Placeholder 2">
            <a:extLst>
              <a:ext uri="{FF2B5EF4-FFF2-40B4-BE49-F238E27FC236}">
                <a16:creationId xmlns:a16="http://schemas.microsoft.com/office/drawing/2014/main" id="{48268544-06E3-F64F-B144-ED55375BFA20}"/>
              </a:ext>
            </a:extLst>
          </p:cNvPr>
          <p:cNvSpPr>
            <a:spLocks noGrp="1"/>
          </p:cNvSpPr>
          <p:nvPr>
            <p:ph sz="half" idx="2"/>
          </p:nvPr>
        </p:nvSpPr>
        <p:spPr>
          <a:xfrm>
            <a:off x="457200" y="1700784"/>
            <a:ext cx="11368088" cy="3959081"/>
          </a:xfrm>
        </p:spPr>
        <p:txBody>
          <a:bodyPr/>
          <a:lstStyle/>
          <a:p>
            <a:r>
              <a:rPr lang="en-US" dirty="0"/>
              <a:t>Topic 1</a:t>
            </a:r>
          </a:p>
          <a:p>
            <a:r>
              <a:rPr lang="en-US" dirty="0"/>
              <a:t>Topic 2</a:t>
            </a:r>
          </a:p>
          <a:p>
            <a:r>
              <a:rPr lang="en-US" dirty="0"/>
              <a:t>Topic 3</a:t>
            </a:r>
          </a:p>
          <a:p>
            <a:r>
              <a:rPr lang="en-US" dirty="0"/>
              <a:t>Topic 4 </a:t>
            </a:r>
          </a:p>
          <a:p>
            <a:r>
              <a:rPr lang="en-US" dirty="0"/>
              <a:t>Topic 5</a:t>
            </a:r>
          </a:p>
        </p:txBody>
      </p:sp>
      <p:sp>
        <p:nvSpPr>
          <p:cNvPr id="5" name="Slide Number Placeholder 4">
            <a:extLst>
              <a:ext uri="{FF2B5EF4-FFF2-40B4-BE49-F238E27FC236}">
                <a16:creationId xmlns:a16="http://schemas.microsoft.com/office/drawing/2014/main" id="{FB141C2C-E373-6BF3-87C9-D5AAFCE65A71}"/>
              </a:ext>
            </a:extLst>
          </p:cNvPr>
          <p:cNvSpPr>
            <a:spLocks noGrp="1"/>
          </p:cNvSpPr>
          <p:nvPr>
            <p:ph type="sldNum" sz="quarter" idx="12"/>
          </p:nvPr>
        </p:nvSpPr>
        <p:spPr/>
        <p:txBody>
          <a:bodyPr/>
          <a:lstStyle/>
          <a:p>
            <a:fld id="{C53E075B-3175-45CF-B3C7-FEDF3F5961E3}" type="slidenum">
              <a:rPr lang="en-US" smtClean="0"/>
              <a:pPr/>
              <a:t>8</a:t>
            </a:fld>
            <a:endParaRPr lang="en-US" dirty="0"/>
          </a:p>
        </p:txBody>
      </p:sp>
    </p:spTree>
    <p:extLst>
      <p:ext uri="{BB962C8B-B14F-4D97-AF65-F5344CB8AC3E}">
        <p14:creationId xmlns:p14="http://schemas.microsoft.com/office/powerpoint/2010/main" val="3611409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3CDD6-36A0-B04D-B72D-5EC6F5AFBA05}"/>
              </a:ext>
            </a:extLst>
          </p:cNvPr>
          <p:cNvSpPr>
            <a:spLocks noGrp="1"/>
          </p:cNvSpPr>
          <p:nvPr>
            <p:ph type="title"/>
          </p:nvPr>
        </p:nvSpPr>
        <p:spPr>
          <a:xfrm>
            <a:off x="457199" y="557784"/>
            <a:ext cx="10808209" cy="369332"/>
          </a:xfrm>
        </p:spPr>
        <p:txBody>
          <a:bodyPr/>
          <a:lstStyle/>
          <a:p>
            <a:r>
              <a:rPr lang="en-US" dirty="0"/>
              <a:t>Agenda with bullets</a:t>
            </a:r>
          </a:p>
        </p:txBody>
      </p:sp>
      <p:sp>
        <p:nvSpPr>
          <p:cNvPr id="4" name="Footer Placeholder 3">
            <a:extLst>
              <a:ext uri="{FF2B5EF4-FFF2-40B4-BE49-F238E27FC236}">
                <a16:creationId xmlns:a16="http://schemas.microsoft.com/office/drawing/2014/main" id="{09C89C61-87E8-7E4C-9510-DFE3F25019D4}"/>
              </a:ext>
            </a:extLst>
          </p:cNvPr>
          <p:cNvSpPr>
            <a:spLocks noGrp="1"/>
          </p:cNvSpPr>
          <p:nvPr>
            <p:ph type="ftr" sz="quarter" idx="11"/>
          </p:nvPr>
        </p:nvSpPr>
        <p:spPr>
          <a:xfrm>
            <a:off x="1042416" y="6325193"/>
            <a:ext cx="1198179" cy="303572"/>
          </a:xfrm>
        </p:spPr>
        <p:txBody>
          <a:bodyPr/>
          <a:lstStyle/>
          <a:p>
            <a:r>
              <a:rPr lang="en-US"/>
              <a:t>© 2023 Cognizant | Confidential &amp; Proprietary</a:t>
            </a:r>
            <a:endParaRPr lang="en-US" dirty="0"/>
          </a:p>
        </p:txBody>
      </p:sp>
      <p:sp>
        <p:nvSpPr>
          <p:cNvPr id="3" name="Content Placeholder 2">
            <a:extLst>
              <a:ext uri="{FF2B5EF4-FFF2-40B4-BE49-F238E27FC236}">
                <a16:creationId xmlns:a16="http://schemas.microsoft.com/office/drawing/2014/main" id="{48268544-06E3-F64F-B144-ED55375BFA20}"/>
              </a:ext>
            </a:extLst>
          </p:cNvPr>
          <p:cNvSpPr>
            <a:spLocks noGrp="1"/>
          </p:cNvSpPr>
          <p:nvPr>
            <p:ph sz="half" idx="2"/>
          </p:nvPr>
        </p:nvSpPr>
        <p:spPr>
          <a:xfrm>
            <a:off x="457200" y="1700784"/>
            <a:ext cx="11368088" cy="4484259"/>
          </a:xfrm>
        </p:spPr>
        <p:txBody>
          <a:bodyPr/>
          <a:lstStyle/>
          <a:p>
            <a:r>
              <a:rPr lang="en-US" dirty="0"/>
              <a:t>Topic 1</a:t>
            </a:r>
          </a:p>
          <a:p>
            <a:pPr lvl="1"/>
            <a:r>
              <a:rPr lang="en-US" dirty="0"/>
              <a:t>Preceding bullet point</a:t>
            </a:r>
          </a:p>
          <a:p>
            <a:pPr lvl="1"/>
            <a:r>
              <a:rPr lang="en-US" dirty="0"/>
              <a:t>Preceding bullet point</a:t>
            </a:r>
          </a:p>
          <a:p>
            <a:pPr lvl="1"/>
            <a:r>
              <a:rPr lang="en-US" dirty="0"/>
              <a:t>Preceding bullet point</a:t>
            </a:r>
          </a:p>
          <a:p>
            <a:r>
              <a:rPr lang="en-US" dirty="0"/>
              <a:t>Topic 2</a:t>
            </a:r>
          </a:p>
          <a:p>
            <a:pPr lvl="1"/>
            <a:r>
              <a:rPr lang="en-US" dirty="0"/>
              <a:t>Preceding bullet point</a:t>
            </a:r>
          </a:p>
          <a:p>
            <a:pPr lvl="1"/>
            <a:r>
              <a:rPr lang="en-US" dirty="0"/>
              <a:t>Preceding bullet point</a:t>
            </a:r>
          </a:p>
          <a:p>
            <a:pPr lvl="1"/>
            <a:r>
              <a:rPr lang="en-US" dirty="0"/>
              <a:t>Preceding bullet point</a:t>
            </a:r>
          </a:p>
          <a:p>
            <a:r>
              <a:rPr lang="en-US" dirty="0"/>
              <a:t>Topic 3</a:t>
            </a:r>
          </a:p>
          <a:p>
            <a:pPr lvl="1"/>
            <a:r>
              <a:rPr lang="en-US" dirty="0"/>
              <a:t>Preceding bullet point</a:t>
            </a:r>
          </a:p>
          <a:p>
            <a:pPr lvl="1"/>
            <a:r>
              <a:rPr lang="en-US" dirty="0"/>
              <a:t>Preceding bullet point</a:t>
            </a:r>
          </a:p>
          <a:p>
            <a:pPr lvl="1"/>
            <a:r>
              <a:rPr lang="en-US" dirty="0"/>
              <a:t>Preceding bullet point</a:t>
            </a:r>
          </a:p>
        </p:txBody>
      </p:sp>
      <p:sp>
        <p:nvSpPr>
          <p:cNvPr id="5" name="Slide Number Placeholder 4">
            <a:extLst>
              <a:ext uri="{FF2B5EF4-FFF2-40B4-BE49-F238E27FC236}">
                <a16:creationId xmlns:a16="http://schemas.microsoft.com/office/drawing/2014/main" id="{5B9659A4-C191-AF3F-D7E2-95B03C123289}"/>
              </a:ext>
            </a:extLst>
          </p:cNvPr>
          <p:cNvSpPr>
            <a:spLocks noGrp="1"/>
          </p:cNvSpPr>
          <p:nvPr>
            <p:ph type="sldNum" sz="quarter" idx="12"/>
          </p:nvPr>
        </p:nvSpPr>
        <p:spPr/>
        <p:txBody>
          <a:bodyPr/>
          <a:lstStyle/>
          <a:p>
            <a:fld id="{C53E075B-3175-45CF-B3C7-FEDF3F5961E3}" type="slidenum">
              <a:rPr lang="en-US" smtClean="0"/>
              <a:pPr/>
              <a:t>9</a:t>
            </a:fld>
            <a:endParaRPr lang="en-US" dirty="0"/>
          </a:p>
        </p:txBody>
      </p:sp>
    </p:spTree>
    <p:extLst>
      <p:ext uri="{BB962C8B-B14F-4D97-AF65-F5344CB8AC3E}">
        <p14:creationId xmlns:p14="http://schemas.microsoft.com/office/powerpoint/2010/main" val="2015143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81506B-6157-2E40-BAAF-2CF75696FF14}"/>
              </a:ext>
            </a:extLst>
          </p:cNvPr>
          <p:cNvSpPr>
            <a:spLocks noGrp="1"/>
          </p:cNvSpPr>
          <p:nvPr>
            <p:ph type="ftr" sz="quarter" idx="11"/>
          </p:nvPr>
        </p:nvSpPr>
        <p:spPr/>
        <p:txBody>
          <a:bodyPr/>
          <a:lstStyle/>
          <a:p>
            <a:r>
              <a:rPr lang="en-US"/>
              <a:t>© 2023 Cognizant | Confidential &amp; Proprietary</a:t>
            </a:r>
            <a:endParaRPr lang="en-US" dirty="0"/>
          </a:p>
        </p:txBody>
      </p:sp>
      <p:sp>
        <p:nvSpPr>
          <p:cNvPr id="3" name="Title 2">
            <a:extLst>
              <a:ext uri="{FF2B5EF4-FFF2-40B4-BE49-F238E27FC236}">
                <a16:creationId xmlns:a16="http://schemas.microsoft.com/office/drawing/2014/main" id="{468D551B-EA92-8D43-99F0-733D68B403BE}"/>
              </a:ext>
            </a:extLst>
          </p:cNvPr>
          <p:cNvSpPr>
            <a:spLocks noGrp="1"/>
          </p:cNvSpPr>
          <p:nvPr>
            <p:ph type="ctrTitle"/>
          </p:nvPr>
        </p:nvSpPr>
        <p:spPr/>
        <p:txBody>
          <a:bodyPr/>
          <a:lstStyle/>
          <a:p>
            <a:r>
              <a:rPr lang="en-US" dirty="0"/>
              <a:t>Divider title will go here on one</a:t>
            </a:r>
            <a:br>
              <a:rPr lang="en-US" dirty="0"/>
            </a:br>
            <a:r>
              <a:rPr lang="en-US" dirty="0"/>
              <a:t>or two lines in Arial 36pt bold</a:t>
            </a:r>
          </a:p>
        </p:txBody>
      </p:sp>
      <p:sp>
        <p:nvSpPr>
          <p:cNvPr id="5" name="Slide Number Placeholder 4">
            <a:extLst>
              <a:ext uri="{FF2B5EF4-FFF2-40B4-BE49-F238E27FC236}">
                <a16:creationId xmlns:a16="http://schemas.microsoft.com/office/drawing/2014/main" id="{D0988076-FF27-FA05-735B-FB44B6CC630F}"/>
              </a:ext>
            </a:extLst>
          </p:cNvPr>
          <p:cNvSpPr>
            <a:spLocks noGrp="1"/>
          </p:cNvSpPr>
          <p:nvPr>
            <p:ph type="sldNum" sz="quarter" idx="12"/>
          </p:nvPr>
        </p:nvSpPr>
        <p:spPr/>
        <p:txBody>
          <a:bodyPr/>
          <a:lstStyle/>
          <a:p>
            <a:fld id="{C53E075B-3175-45CF-B3C7-FEDF3F5961E3}" type="slidenum">
              <a:rPr lang="en-US" smtClean="0"/>
              <a:pPr/>
              <a:t>10</a:t>
            </a:fld>
            <a:endParaRPr lang="en-US" dirty="0"/>
          </a:p>
        </p:txBody>
      </p:sp>
    </p:spTree>
    <p:extLst>
      <p:ext uri="{BB962C8B-B14F-4D97-AF65-F5344CB8AC3E}">
        <p14:creationId xmlns:p14="http://schemas.microsoft.com/office/powerpoint/2010/main" val="4096015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81506B-6157-2E40-BAAF-2CF75696FF14}"/>
              </a:ext>
            </a:extLst>
          </p:cNvPr>
          <p:cNvSpPr>
            <a:spLocks noGrp="1"/>
          </p:cNvSpPr>
          <p:nvPr>
            <p:ph type="ftr" sz="quarter" idx="11"/>
          </p:nvPr>
        </p:nvSpPr>
        <p:spPr/>
        <p:txBody>
          <a:bodyPr/>
          <a:lstStyle/>
          <a:p>
            <a:r>
              <a:rPr lang="en-US"/>
              <a:t>© 2023 Cognizant | Confidential &amp; Proprietary</a:t>
            </a:r>
            <a:endParaRPr lang="en-US" dirty="0"/>
          </a:p>
        </p:txBody>
      </p:sp>
      <p:sp>
        <p:nvSpPr>
          <p:cNvPr id="3" name="Title 2">
            <a:extLst>
              <a:ext uri="{FF2B5EF4-FFF2-40B4-BE49-F238E27FC236}">
                <a16:creationId xmlns:a16="http://schemas.microsoft.com/office/drawing/2014/main" id="{468D551B-EA92-8D43-99F0-733D68B403BE}"/>
              </a:ext>
            </a:extLst>
          </p:cNvPr>
          <p:cNvSpPr>
            <a:spLocks noGrp="1"/>
          </p:cNvSpPr>
          <p:nvPr>
            <p:ph type="ctrTitle"/>
          </p:nvPr>
        </p:nvSpPr>
        <p:spPr/>
        <p:txBody>
          <a:bodyPr/>
          <a:lstStyle/>
          <a:p>
            <a:r>
              <a:rPr lang="en-US" dirty="0"/>
              <a:t>Divider title will go here on one</a:t>
            </a:r>
            <a:br>
              <a:rPr lang="en-US" dirty="0"/>
            </a:br>
            <a:r>
              <a:rPr lang="en-US" dirty="0"/>
              <a:t>or two lines in Arial 36pt bold</a:t>
            </a:r>
          </a:p>
        </p:txBody>
      </p:sp>
      <p:sp>
        <p:nvSpPr>
          <p:cNvPr id="5" name="Slide Number Placeholder 4">
            <a:extLst>
              <a:ext uri="{FF2B5EF4-FFF2-40B4-BE49-F238E27FC236}">
                <a16:creationId xmlns:a16="http://schemas.microsoft.com/office/drawing/2014/main" id="{A2C034E4-B8A3-B182-D9C1-9CBCE5E7E59A}"/>
              </a:ext>
            </a:extLst>
          </p:cNvPr>
          <p:cNvSpPr>
            <a:spLocks noGrp="1"/>
          </p:cNvSpPr>
          <p:nvPr>
            <p:ph type="sldNum" sz="quarter" idx="12"/>
          </p:nvPr>
        </p:nvSpPr>
        <p:spPr/>
        <p:txBody>
          <a:bodyPr/>
          <a:lstStyle/>
          <a:p>
            <a:fld id="{C53E075B-3175-45CF-B3C7-FEDF3F5961E3}" type="slidenum">
              <a:rPr lang="en-US" smtClean="0"/>
              <a:pPr/>
              <a:t>11</a:t>
            </a:fld>
            <a:endParaRPr lang="en-US" dirty="0"/>
          </a:p>
        </p:txBody>
      </p:sp>
    </p:spTree>
    <p:extLst>
      <p:ext uri="{BB962C8B-B14F-4D97-AF65-F5344CB8AC3E}">
        <p14:creationId xmlns:p14="http://schemas.microsoft.com/office/powerpoint/2010/main" val="750466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81506B-6157-2E40-BAAF-2CF75696FF14}"/>
              </a:ext>
            </a:extLst>
          </p:cNvPr>
          <p:cNvSpPr>
            <a:spLocks noGrp="1"/>
          </p:cNvSpPr>
          <p:nvPr>
            <p:ph type="ftr" sz="quarter" idx="11"/>
          </p:nvPr>
        </p:nvSpPr>
        <p:spPr/>
        <p:txBody>
          <a:bodyPr/>
          <a:lstStyle/>
          <a:p>
            <a:r>
              <a:rPr lang="en-US"/>
              <a:t>© 2023 Cognizant | Confidential &amp; Proprietary</a:t>
            </a:r>
            <a:endParaRPr lang="en-US" dirty="0"/>
          </a:p>
        </p:txBody>
      </p:sp>
      <p:sp>
        <p:nvSpPr>
          <p:cNvPr id="3" name="Title 2">
            <a:extLst>
              <a:ext uri="{FF2B5EF4-FFF2-40B4-BE49-F238E27FC236}">
                <a16:creationId xmlns:a16="http://schemas.microsoft.com/office/drawing/2014/main" id="{468D551B-EA92-8D43-99F0-733D68B403BE}"/>
              </a:ext>
            </a:extLst>
          </p:cNvPr>
          <p:cNvSpPr>
            <a:spLocks noGrp="1"/>
          </p:cNvSpPr>
          <p:nvPr>
            <p:ph type="ctrTitle"/>
          </p:nvPr>
        </p:nvSpPr>
        <p:spPr/>
        <p:txBody>
          <a:bodyPr/>
          <a:lstStyle/>
          <a:p>
            <a:r>
              <a:rPr lang="en-US" dirty="0"/>
              <a:t>Divider title will go here on one</a:t>
            </a:r>
            <a:br>
              <a:rPr lang="en-US" dirty="0"/>
            </a:br>
            <a:r>
              <a:rPr lang="en-US" dirty="0"/>
              <a:t>or two lines in Arial 36pt bold</a:t>
            </a:r>
          </a:p>
        </p:txBody>
      </p:sp>
      <p:sp>
        <p:nvSpPr>
          <p:cNvPr id="5" name="Slide Number Placeholder 4">
            <a:extLst>
              <a:ext uri="{FF2B5EF4-FFF2-40B4-BE49-F238E27FC236}">
                <a16:creationId xmlns:a16="http://schemas.microsoft.com/office/drawing/2014/main" id="{57CF2BC2-701C-3A3A-E029-C242722A18CE}"/>
              </a:ext>
            </a:extLst>
          </p:cNvPr>
          <p:cNvSpPr>
            <a:spLocks noGrp="1"/>
          </p:cNvSpPr>
          <p:nvPr>
            <p:ph type="sldNum" sz="quarter" idx="12"/>
          </p:nvPr>
        </p:nvSpPr>
        <p:spPr/>
        <p:txBody>
          <a:bodyPr/>
          <a:lstStyle/>
          <a:p>
            <a:fld id="{C53E075B-3175-45CF-B3C7-FEDF3F5961E3}" type="slidenum">
              <a:rPr lang="en-US" smtClean="0"/>
              <a:pPr/>
              <a:t>12</a:t>
            </a:fld>
            <a:endParaRPr lang="en-US" dirty="0"/>
          </a:p>
        </p:txBody>
      </p:sp>
    </p:spTree>
    <p:extLst>
      <p:ext uri="{BB962C8B-B14F-4D97-AF65-F5344CB8AC3E}">
        <p14:creationId xmlns:p14="http://schemas.microsoft.com/office/powerpoint/2010/main" val="2116911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2B21043-1658-E547-BFC9-84E7A7582A4F}"/>
              </a:ext>
            </a:extLst>
          </p:cNvPr>
          <p:cNvSpPr>
            <a:spLocks noGrp="1"/>
          </p:cNvSpPr>
          <p:nvPr>
            <p:ph sz="quarter" idx="21"/>
          </p:nvPr>
        </p:nvSpPr>
        <p:spPr/>
        <p:txBody>
          <a:bodyPr/>
          <a:lstStyle/>
          <a:p>
            <a:r>
              <a:rPr lang="en-US" dirty="0"/>
              <a:t>Body copy will go here in Arial 16pt.</a:t>
            </a:r>
          </a:p>
          <a:p>
            <a:pPr lvl="1"/>
            <a:r>
              <a:rPr lang="en-US" dirty="0"/>
              <a:t>Use the right and left arrow keys in the toolbar, next to numbers dropdown, to indent your bullet point</a:t>
            </a:r>
          </a:p>
          <a:p>
            <a:pPr lvl="1"/>
            <a:r>
              <a:rPr lang="en-US" dirty="0"/>
              <a:t>Use the right and left arrow keys in the toolbar, next to numbers dropdown, to indent your bullet point</a:t>
            </a:r>
          </a:p>
          <a:p>
            <a:pPr lvl="1"/>
            <a:r>
              <a:rPr lang="en-US" dirty="0"/>
              <a:t>Use the right and left arrow keys in the toolbar, next to numbers dropdown, to indent your bullet point</a:t>
            </a:r>
          </a:p>
          <a:p>
            <a:pPr lvl="1"/>
            <a:endParaRPr lang="en-US" dirty="0"/>
          </a:p>
        </p:txBody>
      </p:sp>
      <p:sp>
        <p:nvSpPr>
          <p:cNvPr id="2" name="Title 1">
            <a:extLst>
              <a:ext uri="{FF2B5EF4-FFF2-40B4-BE49-F238E27FC236}">
                <a16:creationId xmlns:a16="http://schemas.microsoft.com/office/drawing/2014/main" id="{45DA1ECF-BB85-064A-8732-BBBC88BA821A}"/>
              </a:ext>
            </a:extLst>
          </p:cNvPr>
          <p:cNvSpPr>
            <a:spLocks noGrp="1"/>
          </p:cNvSpPr>
          <p:nvPr>
            <p:ph type="title"/>
          </p:nvPr>
        </p:nvSpPr>
        <p:spPr/>
        <p:txBody>
          <a:bodyPr/>
          <a:lstStyle/>
          <a:p>
            <a:r>
              <a:rPr lang="en-US" dirty="0"/>
              <a:t>Basic title and content - light </a:t>
            </a:r>
          </a:p>
        </p:txBody>
      </p:sp>
      <p:sp>
        <p:nvSpPr>
          <p:cNvPr id="4" name="Footer Placeholder 3">
            <a:extLst>
              <a:ext uri="{FF2B5EF4-FFF2-40B4-BE49-F238E27FC236}">
                <a16:creationId xmlns:a16="http://schemas.microsoft.com/office/drawing/2014/main" id="{BC9904D1-6CA9-7040-91EC-26A1950E35B0}"/>
              </a:ext>
            </a:extLst>
          </p:cNvPr>
          <p:cNvSpPr>
            <a:spLocks noGrp="1"/>
          </p:cNvSpPr>
          <p:nvPr>
            <p:ph type="ftr" sz="quarter" idx="3"/>
          </p:nvPr>
        </p:nvSpPr>
        <p:spPr/>
        <p:txBody>
          <a:bodyPr/>
          <a:lstStyle/>
          <a:p>
            <a:r>
              <a:rPr lang="en-US"/>
              <a:t>© 2023 Cognizant | Confidential &amp; Proprietary</a:t>
            </a:r>
            <a:endParaRPr lang="en-US" dirty="0"/>
          </a:p>
        </p:txBody>
      </p:sp>
      <p:sp>
        <p:nvSpPr>
          <p:cNvPr id="5" name="Slide Number Placeholder 4">
            <a:extLst>
              <a:ext uri="{FF2B5EF4-FFF2-40B4-BE49-F238E27FC236}">
                <a16:creationId xmlns:a16="http://schemas.microsoft.com/office/drawing/2014/main" id="{D4E740CF-BF33-E230-6911-8FBCED37A76E}"/>
              </a:ext>
            </a:extLst>
          </p:cNvPr>
          <p:cNvSpPr>
            <a:spLocks noGrp="1"/>
          </p:cNvSpPr>
          <p:nvPr>
            <p:ph type="sldNum" sz="quarter" idx="4"/>
          </p:nvPr>
        </p:nvSpPr>
        <p:spPr/>
        <p:txBody>
          <a:bodyPr/>
          <a:lstStyle/>
          <a:p>
            <a:fld id="{C53E075B-3175-45CF-B3C7-FEDF3F5961E3}" type="slidenum">
              <a:rPr lang="en-US" smtClean="0"/>
              <a:pPr/>
              <a:t>13</a:t>
            </a:fld>
            <a:endParaRPr lang="en-US" dirty="0"/>
          </a:p>
        </p:txBody>
      </p:sp>
    </p:spTree>
    <p:extLst>
      <p:ext uri="{BB962C8B-B14F-4D97-AF65-F5344CB8AC3E}">
        <p14:creationId xmlns:p14="http://schemas.microsoft.com/office/powerpoint/2010/main" val="2790538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2FF9BF0B-96AA-144D-83B5-603794D79612}"/>
              </a:ext>
            </a:extLst>
          </p:cNvPr>
          <p:cNvSpPr>
            <a:spLocks noGrp="1"/>
          </p:cNvSpPr>
          <p:nvPr>
            <p:ph sz="quarter" idx="21"/>
          </p:nvPr>
        </p:nvSpPr>
        <p:spPr/>
        <p:txBody>
          <a:bodyPr/>
          <a:lstStyle/>
          <a:p>
            <a:r>
              <a:rPr lang="en-US" dirty="0"/>
              <a:t>Body copy will go here in Arial 16pt.</a:t>
            </a:r>
          </a:p>
          <a:p>
            <a:endParaRPr lang="en-US" dirty="0"/>
          </a:p>
          <a:p>
            <a:pPr marL="977900" lvl="2" indent="-342900">
              <a:buFont typeface="+mj-lt"/>
              <a:buAutoNum type="arabicPeriod"/>
            </a:pPr>
            <a:r>
              <a:rPr lang="en-US" dirty="0">
                <a:solidFill>
                  <a:schemeClr val="accent3"/>
                </a:solidFill>
              </a:rPr>
              <a:t>Body copy will go here</a:t>
            </a:r>
          </a:p>
          <a:p>
            <a:pPr lvl="3"/>
            <a:r>
              <a:rPr lang="en-US" dirty="0"/>
              <a:t>Preceding bullet point</a:t>
            </a:r>
          </a:p>
          <a:p>
            <a:pPr marL="977900" lvl="2" indent="-342900">
              <a:buFont typeface="+mj-lt"/>
              <a:buAutoNum type="arabicPeriod"/>
            </a:pPr>
            <a:r>
              <a:rPr lang="en-US" dirty="0">
                <a:solidFill>
                  <a:schemeClr val="accent3"/>
                </a:solidFill>
              </a:rPr>
              <a:t>Body copy will go here</a:t>
            </a:r>
          </a:p>
          <a:p>
            <a:pPr lvl="3"/>
            <a:r>
              <a:rPr lang="en-US" dirty="0"/>
              <a:t>Preceding bullet point</a:t>
            </a:r>
          </a:p>
          <a:p>
            <a:pPr marL="977900" lvl="2" indent="-342900">
              <a:buFont typeface="+mj-lt"/>
              <a:buAutoNum type="arabicPeriod"/>
            </a:pPr>
            <a:r>
              <a:rPr lang="en-US" dirty="0">
                <a:solidFill>
                  <a:schemeClr val="accent3"/>
                </a:solidFill>
              </a:rPr>
              <a:t>Body copy will go here</a:t>
            </a:r>
          </a:p>
          <a:p>
            <a:pPr lvl="3"/>
            <a:r>
              <a:rPr lang="en-US" dirty="0"/>
              <a:t>Preceding bullet point</a:t>
            </a:r>
          </a:p>
          <a:p>
            <a:pPr lvl="3"/>
            <a:endParaRPr lang="en-US" dirty="0"/>
          </a:p>
          <a:p>
            <a:pPr marL="977900" lvl="2" indent="-342900">
              <a:buFont typeface="+mj-lt"/>
              <a:buAutoNum type="arabicPeriod"/>
            </a:pPr>
            <a:endParaRPr lang="en-US" dirty="0">
              <a:solidFill>
                <a:schemeClr val="accent3"/>
              </a:solidFill>
            </a:endParaRPr>
          </a:p>
        </p:txBody>
      </p:sp>
      <p:sp>
        <p:nvSpPr>
          <p:cNvPr id="2" name="Title 1">
            <a:extLst>
              <a:ext uri="{FF2B5EF4-FFF2-40B4-BE49-F238E27FC236}">
                <a16:creationId xmlns:a16="http://schemas.microsoft.com/office/drawing/2014/main" id="{45DA1ECF-BB85-064A-8732-BBBC88BA821A}"/>
              </a:ext>
            </a:extLst>
          </p:cNvPr>
          <p:cNvSpPr>
            <a:spLocks noGrp="1"/>
          </p:cNvSpPr>
          <p:nvPr>
            <p:ph type="title"/>
          </p:nvPr>
        </p:nvSpPr>
        <p:spPr/>
        <p:txBody>
          <a:bodyPr/>
          <a:lstStyle/>
          <a:p>
            <a:r>
              <a:rPr lang="en-US" dirty="0"/>
              <a:t>Title, super head, sub head and footnote - dark </a:t>
            </a:r>
          </a:p>
        </p:txBody>
      </p:sp>
      <p:sp>
        <p:nvSpPr>
          <p:cNvPr id="17" name="Text Placeholder 16">
            <a:extLst>
              <a:ext uri="{FF2B5EF4-FFF2-40B4-BE49-F238E27FC236}">
                <a16:creationId xmlns:a16="http://schemas.microsoft.com/office/drawing/2014/main" id="{63C5CEB9-1C24-1A4D-ABE9-5002B70659A1}"/>
              </a:ext>
            </a:extLst>
          </p:cNvPr>
          <p:cNvSpPr>
            <a:spLocks noGrp="1"/>
          </p:cNvSpPr>
          <p:nvPr>
            <p:ph type="body" idx="19"/>
          </p:nvPr>
        </p:nvSpPr>
        <p:spPr/>
        <p:txBody>
          <a:bodyPr/>
          <a:lstStyle/>
          <a:p>
            <a:r>
              <a:rPr lang="en-US" dirty="0"/>
              <a:t>Subhead</a:t>
            </a:r>
          </a:p>
        </p:txBody>
      </p:sp>
      <p:sp>
        <p:nvSpPr>
          <p:cNvPr id="22" name="Text Placeholder 21">
            <a:extLst>
              <a:ext uri="{FF2B5EF4-FFF2-40B4-BE49-F238E27FC236}">
                <a16:creationId xmlns:a16="http://schemas.microsoft.com/office/drawing/2014/main" id="{2011F384-8BEF-9542-9BA1-0CE14F39F04D}"/>
              </a:ext>
            </a:extLst>
          </p:cNvPr>
          <p:cNvSpPr>
            <a:spLocks noGrp="1"/>
          </p:cNvSpPr>
          <p:nvPr>
            <p:ph type="body" sz="quarter" idx="18"/>
          </p:nvPr>
        </p:nvSpPr>
        <p:spPr/>
        <p:txBody>
          <a:bodyPr/>
          <a:lstStyle/>
          <a:p>
            <a:r>
              <a:rPr lang="en-US" dirty="0"/>
              <a:t>Insert source or footnote here</a:t>
            </a:r>
          </a:p>
        </p:txBody>
      </p:sp>
      <p:sp>
        <p:nvSpPr>
          <p:cNvPr id="4" name="Footer Placeholder 3">
            <a:extLst>
              <a:ext uri="{FF2B5EF4-FFF2-40B4-BE49-F238E27FC236}">
                <a16:creationId xmlns:a16="http://schemas.microsoft.com/office/drawing/2014/main" id="{BC9904D1-6CA9-7040-91EC-26A1950E35B0}"/>
              </a:ext>
            </a:extLst>
          </p:cNvPr>
          <p:cNvSpPr>
            <a:spLocks noGrp="1"/>
          </p:cNvSpPr>
          <p:nvPr>
            <p:ph type="ftr" sz="quarter" idx="3"/>
          </p:nvPr>
        </p:nvSpPr>
        <p:spPr/>
        <p:txBody>
          <a:bodyPr/>
          <a:lstStyle/>
          <a:p>
            <a:r>
              <a:rPr lang="en-US"/>
              <a:t>© 2023 Cognizant | Confidential &amp; Proprietary</a:t>
            </a:r>
            <a:endParaRPr lang="en-US" dirty="0"/>
          </a:p>
        </p:txBody>
      </p:sp>
      <p:sp>
        <p:nvSpPr>
          <p:cNvPr id="13" name="Text Placeholder 12">
            <a:extLst>
              <a:ext uri="{FF2B5EF4-FFF2-40B4-BE49-F238E27FC236}">
                <a16:creationId xmlns:a16="http://schemas.microsoft.com/office/drawing/2014/main" id="{715666B3-FB61-F447-A573-F78BB6008A83}"/>
              </a:ext>
            </a:extLst>
          </p:cNvPr>
          <p:cNvSpPr>
            <a:spLocks noGrp="1"/>
          </p:cNvSpPr>
          <p:nvPr>
            <p:ph type="body" idx="20"/>
          </p:nvPr>
        </p:nvSpPr>
        <p:spPr/>
        <p:txBody>
          <a:bodyPr/>
          <a:lstStyle/>
          <a:p>
            <a:r>
              <a:rPr lang="en-US" dirty="0"/>
              <a:t>Super head</a:t>
            </a:r>
          </a:p>
        </p:txBody>
      </p:sp>
      <p:sp>
        <p:nvSpPr>
          <p:cNvPr id="5" name="Slide Number Placeholder 4">
            <a:extLst>
              <a:ext uri="{FF2B5EF4-FFF2-40B4-BE49-F238E27FC236}">
                <a16:creationId xmlns:a16="http://schemas.microsoft.com/office/drawing/2014/main" id="{22CB1B53-2E80-ECEB-22F1-82559A996DDF}"/>
              </a:ext>
            </a:extLst>
          </p:cNvPr>
          <p:cNvSpPr>
            <a:spLocks noGrp="1"/>
          </p:cNvSpPr>
          <p:nvPr>
            <p:ph type="sldNum" sz="quarter" idx="4"/>
          </p:nvPr>
        </p:nvSpPr>
        <p:spPr/>
        <p:txBody>
          <a:bodyPr/>
          <a:lstStyle/>
          <a:p>
            <a:fld id="{C53E075B-3175-45CF-B3C7-FEDF3F5961E3}" type="slidenum">
              <a:rPr lang="en-US" smtClean="0"/>
              <a:pPr/>
              <a:t>14</a:t>
            </a:fld>
            <a:endParaRPr lang="en-US" dirty="0"/>
          </a:p>
        </p:txBody>
      </p:sp>
    </p:spTree>
    <p:extLst>
      <p:ext uri="{BB962C8B-B14F-4D97-AF65-F5344CB8AC3E}">
        <p14:creationId xmlns:p14="http://schemas.microsoft.com/office/powerpoint/2010/main" val="507109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E58E29C3-12F6-184F-A3ED-BD2E7B6D32F5}"/>
              </a:ext>
            </a:extLst>
          </p:cNvPr>
          <p:cNvSpPr>
            <a:spLocks noGrp="1"/>
          </p:cNvSpPr>
          <p:nvPr>
            <p:ph type="ftr" sz="quarter" idx="3"/>
          </p:nvPr>
        </p:nvSpPr>
        <p:spPr>
          <a:xfrm>
            <a:off x="1042416" y="6438349"/>
            <a:ext cx="1198179" cy="190416"/>
          </a:xfrm>
        </p:spPr>
        <p:txBody>
          <a:bodyPr/>
          <a:lstStyle/>
          <a:p>
            <a:r>
              <a:rPr lang="en-US"/>
              <a:t>© 2023 Cognizant | Confidential &amp; Proprietary</a:t>
            </a:r>
            <a:endParaRPr lang="en-US" dirty="0"/>
          </a:p>
        </p:txBody>
      </p:sp>
      <p:sp>
        <p:nvSpPr>
          <p:cNvPr id="14" name="Title 13">
            <a:extLst>
              <a:ext uri="{FF2B5EF4-FFF2-40B4-BE49-F238E27FC236}">
                <a16:creationId xmlns:a16="http://schemas.microsoft.com/office/drawing/2014/main" id="{CC8B1D15-C23A-E04B-A171-98CC4E663126}"/>
              </a:ext>
            </a:extLst>
          </p:cNvPr>
          <p:cNvSpPr>
            <a:spLocks noGrp="1"/>
          </p:cNvSpPr>
          <p:nvPr>
            <p:ph type="title"/>
          </p:nvPr>
        </p:nvSpPr>
        <p:spPr>
          <a:xfrm>
            <a:off x="457198" y="557784"/>
            <a:ext cx="10808209" cy="307777"/>
          </a:xfrm>
        </p:spPr>
        <p:txBody>
          <a:bodyPr/>
          <a:lstStyle/>
          <a:p>
            <a:r>
              <a:rPr lang="en-US" dirty="0"/>
              <a:t>Two column - light </a:t>
            </a:r>
          </a:p>
        </p:txBody>
      </p:sp>
      <p:sp>
        <p:nvSpPr>
          <p:cNvPr id="16" name="Text Placeholder 15">
            <a:extLst>
              <a:ext uri="{FF2B5EF4-FFF2-40B4-BE49-F238E27FC236}">
                <a16:creationId xmlns:a16="http://schemas.microsoft.com/office/drawing/2014/main" id="{C4223C3B-D854-6B44-A301-0B8A70E7EC4F}"/>
              </a:ext>
            </a:extLst>
          </p:cNvPr>
          <p:cNvSpPr>
            <a:spLocks noGrp="1"/>
          </p:cNvSpPr>
          <p:nvPr>
            <p:ph type="body" sz="quarter" idx="32"/>
          </p:nvPr>
        </p:nvSpPr>
        <p:spPr>
          <a:xfrm>
            <a:off x="452438" y="1196975"/>
            <a:ext cx="5303837" cy="282575"/>
          </a:xfrm>
        </p:spPr>
        <p:txBody>
          <a:bodyPr/>
          <a:lstStyle/>
          <a:p>
            <a:r>
              <a:rPr lang="en-US" dirty="0"/>
              <a:t>Subtitle here</a:t>
            </a:r>
          </a:p>
        </p:txBody>
      </p:sp>
      <p:sp>
        <p:nvSpPr>
          <p:cNvPr id="3" name="Content Placeholder 2">
            <a:extLst>
              <a:ext uri="{FF2B5EF4-FFF2-40B4-BE49-F238E27FC236}">
                <a16:creationId xmlns:a16="http://schemas.microsoft.com/office/drawing/2014/main" id="{A5C39B5B-89C9-B541-A80C-5BF6C179CE44}"/>
              </a:ext>
            </a:extLst>
          </p:cNvPr>
          <p:cNvSpPr>
            <a:spLocks noGrp="1"/>
          </p:cNvSpPr>
          <p:nvPr>
            <p:ph sz="quarter" idx="35"/>
          </p:nvPr>
        </p:nvSpPr>
        <p:spPr>
          <a:xfrm>
            <a:off x="452438" y="1735138"/>
            <a:ext cx="5303837" cy="4033837"/>
          </a:xfrm>
        </p:spPr>
        <p:txBody>
          <a:bodyPr/>
          <a:lstStyle/>
          <a:p>
            <a:r>
              <a:rPr lang="en-US" dirty="0"/>
              <a:t>Lorem ipsum dolor sit amet, consectetur adipiscing elit,</a:t>
            </a:r>
            <a:br>
              <a:rPr lang="en-US" dirty="0"/>
            </a:br>
            <a:r>
              <a:rPr lang="en-US" dirty="0"/>
              <a:t>sed do eiusmod tempor incididunt ut labore et dolore.</a:t>
            </a:r>
          </a:p>
          <a:p>
            <a:r>
              <a:rPr lang="en-US" dirty="0"/>
              <a:t>Sit amet tellus cras adipiscing enim eu turpis. Pulvinar elementum integer enim neque volutpat ac. Nec tincidunt praesent semper feugiat nibh.</a:t>
            </a:r>
          </a:p>
        </p:txBody>
      </p:sp>
      <p:sp>
        <p:nvSpPr>
          <p:cNvPr id="17" name="Text Placeholder 16">
            <a:extLst>
              <a:ext uri="{FF2B5EF4-FFF2-40B4-BE49-F238E27FC236}">
                <a16:creationId xmlns:a16="http://schemas.microsoft.com/office/drawing/2014/main" id="{29E9D3E3-0748-CF4A-A34B-A615AB798B01}"/>
              </a:ext>
            </a:extLst>
          </p:cNvPr>
          <p:cNvSpPr>
            <a:spLocks noGrp="1"/>
          </p:cNvSpPr>
          <p:nvPr>
            <p:ph type="body" sz="quarter" idx="36"/>
          </p:nvPr>
        </p:nvSpPr>
        <p:spPr>
          <a:xfrm>
            <a:off x="6321425" y="1196975"/>
            <a:ext cx="5302250" cy="282575"/>
          </a:xfrm>
        </p:spPr>
        <p:txBody>
          <a:bodyPr/>
          <a:lstStyle/>
          <a:p>
            <a:r>
              <a:rPr lang="en-US" dirty="0"/>
              <a:t>Subtitle here</a:t>
            </a:r>
          </a:p>
        </p:txBody>
      </p:sp>
      <p:sp>
        <p:nvSpPr>
          <p:cNvPr id="15" name="Content Placeholder 14">
            <a:extLst>
              <a:ext uri="{FF2B5EF4-FFF2-40B4-BE49-F238E27FC236}">
                <a16:creationId xmlns:a16="http://schemas.microsoft.com/office/drawing/2014/main" id="{38CA0692-2F9C-EE41-8DE9-5BC88EE66227}"/>
              </a:ext>
            </a:extLst>
          </p:cNvPr>
          <p:cNvSpPr>
            <a:spLocks noGrp="1"/>
          </p:cNvSpPr>
          <p:nvPr>
            <p:ph sz="quarter" idx="37"/>
          </p:nvPr>
        </p:nvSpPr>
        <p:spPr>
          <a:xfrm>
            <a:off x="6321425" y="1735138"/>
            <a:ext cx="5302250" cy="4033837"/>
          </a:xfrm>
        </p:spPr>
        <p:txBody>
          <a:bodyPr/>
          <a:lstStyle/>
          <a:p>
            <a:r>
              <a:rPr lang="en-US" dirty="0"/>
              <a:t>Lorem ipsum dolor sit amet, consectetur adipiscing elit,</a:t>
            </a:r>
            <a:br>
              <a:rPr lang="en-US" dirty="0"/>
            </a:br>
            <a:r>
              <a:rPr lang="en-US" dirty="0"/>
              <a:t>sed do eiusmod tempor incididunt ut labore et dolore.</a:t>
            </a:r>
          </a:p>
          <a:p>
            <a:r>
              <a:rPr lang="en-US" dirty="0"/>
              <a:t>Sit amet tellus cras adipiscing enim eu turpis. Pulvinar elementum integer enim neque volutpat ac. Nec tincidunt praesent semper feugiat nibh.</a:t>
            </a:r>
          </a:p>
        </p:txBody>
      </p:sp>
      <p:cxnSp>
        <p:nvCxnSpPr>
          <p:cNvPr id="10" name="Straight Connector 9">
            <a:extLst>
              <a:ext uri="{FF2B5EF4-FFF2-40B4-BE49-F238E27FC236}">
                <a16:creationId xmlns:a16="http://schemas.microsoft.com/office/drawing/2014/main" id="{F0B3A60D-D9F6-2149-B777-F69D1A4EDFAA}"/>
              </a:ext>
            </a:extLst>
          </p:cNvPr>
          <p:cNvCxnSpPr>
            <a:cxnSpLocks/>
          </p:cNvCxnSpPr>
          <p:nvPr/>
        </p:nvCxnSpPr>
        <p:spPr>
          <a:xfrm>
            <a:off x="6096000" y="1239839"/>
            <a:ext cx="0" cy="446289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BF8941B0-21D1-07AD-9D18-E8B042F4AFF0}"/>
              </a:ext>
            </a:extLst>
          </p:cNvPr>
          <p:cNvSpPr>
            <a:spLocks noGrp="1"/>
          </p:cNvSpPr>
          <p:nvPr>
            <p:ph type="sldNum" sz="quarter" idx="4"/>
          </p:nvPr>
        </p:nvSpPr>
        <p:spPr/>
        <p:txBody>
          <a:bodyPr/>
          <a:lstStyle/>
          <a:p>
            <a:fld id="{C53E075B-3175-45CF-B3C7-FEDF3F5961E3}" type="slidenum">
              <a:rPr lang="en-US" smtClean="0"/>
              <a:pPr/>
              <a:t>15</a:t>
            </a:fld>
            <a:endParaRPr lang="en-US" dirty="0"/>
          </a:p>
        </p:txBody>
      </p:sp>
    </p:spTree>
    <p:extLst>
      <p:ext uri="{BB962C8B-B14F-4D97-AF65-F5344CB8AC3E}">
        <p14:creationId xmlns:p14="http://schemas.microsoft.com/office/powerpoint/2010/main" val="4251688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FDDB8FE-8301-0F42-B5A2-E7396DAAC120}"/>
              </a:ext>
            </a:extLst>
          </p:cNvPr>
          <p:cNvSpPr>
            <a:spLocks noGrp="1"/>
          </p:cNvSpPr>
          <p:nvPr>
            <p:ph type="ftr" sz="quarter" idx="3"/>
          </p:nvPr>
        </p:nvSpPr>
        <p:spPr>
          <a:xfrm>
            <a:off x="1042416" y="6438349"/>
            <a:ext cx="1198179" cy="190416"/>
          </a:xfrm>
        </p:spPr>
        <p:txBody>
          <a:bodyPr/>
          <a:lstStyle/>
          <a:p>
            <a:r>
              <a:rPr lang="en-US"/>
              <a:t>© 2023 Cognizant | Confidential &amp; Proprietary</a:t>
            </a:r>
            <a:endParaRPr lang="en-US" dirty="0"/>
          </a:p>
        </p:txBody>
      </p:sp>
      <p:sp>
        <p:nvSpPr>
          <p:cNvPr id="162" name="Text Placeholder 161">
            <a:extLst>
              <a:ext uri="{FF2B5EF4-FFF2-40B4-BE49-F238E27FC236}">
                <a16:creationId xmlns:a16="http://schemas.microsoft.com/office/drawing/2014/main" id="{021C6114-25ED-BF4F-895B-E3D1E9EB11C9}"/>
              </a:ext>
            </a:extLst>
          </p:cNvPr>
          <p:cNvSpPr>
            <a:spLocks noGrp="1"/>
          </p:cNvSpPr>
          <p:nvPr>
            <p:ph type="body" sz="quarter" idx="32"/>
          </p:nvPr>
        </p:nvSpPr>
        <p:spPr>
          <a:xfrm>
            <a:off x="452438" y="1196975"/>
            <a:ext cx="3506787" cy="282575"/>
          </a:xfrm>
        </p:spPr>
        <p:txBody>
          <a:bodyPr/>
          <a:lstStyle/>
          <a:p>
            <a:r>
              <a:rPr lang="en-US" dirty="0"/>
              <a:t>Subtitle here</a:t>
            </a:r>
          </a:p>
        </p:txBody>
      </p:sp>
      <p:sp>
        <p:nvSpPr>
          <p:cNvPr id="163" name="Text Placeholder 162">
            <a:extLst>
              <a:ext uri="{FF2B5EF4-FFF2-40B4-BE49-F238E27FC236}">
                <a16:creationId xmlns:a16="http://schemas.microsoft.com/office/drawing/2014/main" id="{5565EA11-3D17-204C-8501-9B134885A61F}"/>
              </a:ext>
            </a:extLst>
          </p:cNvPr>
          <p:cNvSpPr>
            <a:spLocks noGrp="1"/>
          </p:cNvSpPr>
          <p:nvPr>
            <p:ph type="body" sz="quarter" idx="33"/>
          </p:nvPr>
        </p:nvSpPr>
        <p:spPr>
          <a:xfrm>
            <a:off x="4325191" y="1196975"/>
            <a:ext cx="3506787" cy="282575"/>
          </a:xfrm>
        </p:spPr>
        <p:txBody>
          <a:bodyPr/>
          <a:lstStyle/>
          <a:p>
            <a:r>
              <a:rPr lang="en-US" dirty="0"/>
              <a:t>Subtitle here</a:t>
            </a:r>
          </a:p>
        </p:txBody>
      </p:sp>
      <p:sp>
        <p:nvSpPr>
          <p:cNvPr id="164" name="Text Placeholder 163">
            <a:extLst>
              <a:ext uri="{FF2B5EF4-FFF2-40B4-BE49-F238E27FC236}">
                <a16:creationId xmlns:a16="http://schemas.microsoft.com/office/drawing/2014/main" id="{F9401521-3FFD-664F-BC99-33115507DD66}"/>
              </a:ext>
            </a:extLst>
          </p:cNvPr>
          <p:cNvSpPr>
            <a:spLocks noGrp="1"/>
          </p:cNvSpPr>
          <p:nvPr>
            <p:ph type="body" sz="quarter" idx="34"/>
          </p:nvPr>
        </p:nvSpPr>
        <p:spPr>
          <a:xfrm>
            <a:off x="8184497" y="1196975"/>
            <a:ext cx="3566109" cy="282575"/>
          </a:xfrm>
        </p:spPr>
        <p:txBody>
          <a:bodyPr/>
          <a:lstStyle/>
          <a:p>
            <a:r>
              <a:rPr lang="en-US" dirty="0"/>
              <a:t>Subtitle here</a:t>
            </a:r>
          </a:p>
        </p:txBody>
      </p:sp>
      <p:sp>
        <p:nvSpPr>
          <p:cNvPr id="165" name="Content Placeholder 164">
            <a:extLst>
              <a:ext uri="{FF2B5EF4-FFF2-40B4-BE49-F238E27FC236}">
                <a16:creationId xmlns:a16="http://schemas.microsoft.com/office/drawing/2014/main" id="{F2D053F9-257A-5A4C-B53D-DD799F114D0A}"/>
              </a:ext>
            </a:extLst>
          </p:cNvPr>
          <p:cNvSpPr>
            <a:spLocks noGrp="1"/>
          </p:cNvSpPr>
          <p:nvPr>
            <p:ph sz="quarter" idx="35"/>
          </p:nvPr>
        </p:nvSpPr>
        <p:spPr>
          <a:xfrm>
            <a:off x="452438" y="1735922"/>
            <a:ext cx="3506787" cy="4033837"/>
          </a:xfrm>
        </p:spPr>
        <p:txBody>
          <a:bodyPr/>
          <a:lstStyle/>
          <a:p>
            <a:r>
              <a:rPr lang="en-US" dirty="0"/>
              <a:t>Lorem ipsum dolor sit amet, consectetur adipiscing elit, sed do eiusmod tempor incididunt ut labore</a:t>
            </a:r>
            <a:br>
              <a:rPr lang="en-US" dirty="0"/>
            </a:br>
            <a:r>
              <a:rPr lang="en-US" dirty="0"/>
              <a:t>et dolore.</a:t>
            </a:r>
          </a:p>
        </p:txBody>
      </p:sp>
      <p:sp>
        <p:nvSpPr>
          <p:cNvPr id="166" name="Content Placeholder 165">
            <a:extLst>
              <a:ext uri="{FF2B5EF4-FFF2-40B4-BE49-F238E27FC236}">
                <a16:creationId xmlns:a16="http://schemas.microsoft.com/office/drawing/2014/main" id="{2AE34C24-586D-FE43-8BD3-59B3DB94C4D5}"/>
              </a:ext>
            </a:extLst>
          </p:cNvPr>
          <p:cNvSpPr>
            <a:spLocks noGrp="1"/>
          </p:cNvSpPr>
          <p:nvPr>
            <p:ph sz="quarter" idx="36"/>
          </p:nvPr>
        </p:nvSpPr>
        <p:spPr>
          <a:xfrm>
            <a:off x="4302544" y="1735922"/>
            <a:ext cx="3506787" cy="4033837"/>
          </a:xfrm>
        </p:spPr>
        <p:txBody>
          <a:bodyPr/>
          <a:lstStyle/>
          <a:p>
            <a:r>
              <a:rPr lang="en-US" dirty="0"/>
              <a:t>Lorem ipsum dolor sit amet, consectetur adipiscing elit, sed do eiusmod tempor incididunt ut labore</a:t>
            </a:r>
            <a:br>
              <a:rPr lang="en-US" dirty="0"/>
            </a:br>
            <a:r>
              <a:rPr lang="en-US" dirty="0"/>
              <a:t>et dolore.</a:t>
            </a:r>
          </a:p>
        </p:txBody>
      </p:sp>
      <p:sp>
        <p:nvSpPr>
          <p:cNvPr id="167" name="Content Placeholder 166">
            <a:extLst>
              <a:ext uri="{FF2B5EF4-FFF2-40B4-BE49-F238E27FC236}">
                <a16:creationId xmlns:a16="http://schemas.microsoft.com/office/drawing/2014/main" id="{0F0C4AA1-D058-4C4A-B731-90CBDE949EB4}"/>
              </a:ext>
            </a:extLst>
          </p:cNvPr>
          <p:cNvSpPr>
            <a:spLocks noGrp="1"/>
          </p:cNvSpPr>
          <p:nvPr>
            <p:ph sz="quarter" idx="37"/>
          </p:nvPr>
        </p:nvSpPr>
        <p:spPr>
          <a:xfrm>
            <a:off x="8168691" y="1735922"/>
            <a:ext cx="3566109" cy="4033837"/>
          </a:xfrm>
        </p:spPr>
        <p:txBody>
          <a:bodyPr/>
          <a:lstStyle/>
          <a:p>
            <a:r>
              <a:rPr lang="en-US" dirty="0"/>
              <a:t>Lorem ipsum dolor sit amet, consectetur adipiscing elit, sed do eiusmod tempor incididunt ut labore</a:t>
            </a:r>
            <a:br>
              <a:rPr lang="en-US" dirty="0"/>
            </a:br>
            <a:r>
              <a:rPr lang="en-US" dirty="0"/>
              <a:t>et dolore.</a:t>
            </a:r>
          </a:p>
        </p:txBody>
      </p:sp>
      <p:sp>
        <p:nvSpPr>
          <p:cNvPr id="7" name="Title 6">
            <a:extLst>
              <a:ext uri="{FF2B5EF4-FFF2-40B4-BE49-F238E27FC236}">
                <a16:creationId xmlns:a16="http://schemas.microsoft.com/office/drawing/2014/main" id="{8E99B3C3-242C-8B4B-895A-D8BC99B2E344}"/>
              </a:ext>
            </a:extLst>
          </p:cNvPr>
          <p:cNvSpPr>
            <a:spLocks noGrp="1"/>
          </p:cNvSpPr>
          <p:nvPr>
            <p:ph type="title"/>
          </p:nvPr>
        </p:nvSpPr>
        <p:spPr>
          <a:xfrm>
            <a:off x="457198" y="557784"/>
            <a:ext cx="10808209" cy="307777"/>
          </a:xfrm>
        </p:spPr>
        <p:txBody>
          <a:bodyPr/>
          <a:lstStyle/>
          <a:p>
            <a:r>
              <a:rPr lang="en-US"/>
              <a:t>Three column - light </a:t>
            </a:r>
            <a:endParaRPr lang="en-US" dirty="0"/>
          </a:p>
        </p:txBody>
      </p:sp>
      <p:cxnSp>
        <p:nvCxnSpPr>
          <p:cNvPr id="14" name="Straight Connector 13">
            <a:extLst>
              <a:ext uri="{FF2B5EF4-FFF2-40B4-BE49-F238E27FC236}">
                <a16:creationId xmlns:a16="http://schemas.microsoft.com/office/drawing/2014/main" id="{C21E013B-E4E8-2046-A031-F88EB9CB6C40}"/>
              </a:ext>
            </a:extLst>
          </p:cNvPr>
          <p:cNvCxnSpPr>
            <a:cxnSpLocks/>
          </p:cNvCxnSpPr>
          <p:nvPr/>
        </p:nvCxnSpPr>
        <p:spPr>
          <a:xfrm>
            <a:off x="4067175" y="1239839"/>
            <a:ext cx="0" cy="446289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5701363-8DDB-5F48-BE4D-B7C9CAF01E46}"/>
              </a:ext>
            </a:extLst>
          </p:cNvPr>
          <p:cNvCxnSpPr>
            <a:cxnSpLocks/>
          </p:cNvCxnSpPr>
          <p:nvPr/>
        </p:nvCxnSpPr>
        <p:spPr>
          <a:xfrm>
            <a:off x="7924800" y="1239839"/>
            <a:ext cx="0" cy="446289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EDC6EABD-D72D-1D04-0BD6-5B33999BF9B3}"/>
              </a:ext>
            </a:extLst>
          </p:cNvPr>
          <p:cNvSpPr>
            <a:spLocks noGrp="1"/>
          </p:cNvSpPr>
          <p:nvPr>
            <p:ph type="sldNum" sz="quarter" idx="4"/>
          </p:nvPr>
        </p:nvSpPr>
        <p:spPr/>
        <p:txBody>
          <a:bodyPr/>
          <a:lstStyle/>
          <a:p>
            <a:fld id="{C53E075B-3175-45CF-B3C7-FEDF3F5961E3}" type="slidenum">
              <a:rPr lang="en-US" smtClean="0"/>
              <a:pPr/>
              <a:t>16</a:t>
            </a:fld>
            <a:endParaRPr lang="en-US" dirty="0"/>
          </a:p>
        </p:txBody>
      </p:sp>
    </p:spTree>
    <p:extLst>
      <p:ext uri="{BB962C8B-B14F-4D97-AF65-F5344CB8AC3E}">
        <p14:creationId xmlns:p14="http://schemas.microsoft.com/office/powerpoint/2010/main" val="3078573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E99B3C3-242C-8B4B-895A-D8BC99B2E344}"/>
              </a:ext>
            </a:extLst>
          </p:cNvPr>
          <p:cNvSpPr>
            <a:spLocks noGrp="1"/>
          </p:cNvSpPr>
          <p:nvPr>
            <p:ph type="title"/>
          </p:nvPr>
        </p:nvSpPr>
        <p:spPr/>
        <p:txBody>
          <a:bodyPr/>
          <a:lstStyle/>
          <a:p>
            <a:r>
              <a:rPr lang="en-US" dirty="0"/>
              <a:t>Comparison horizontal - light </a:t>
            </a:r>
          </a:p>
        </p:txBody>
      </p:sp>
      <p:sp>
        <p:nvSpPr>
          <p:cNvPr id="2" name="Text Placeholder 1">
            <a:extLst>
              <a:ext uri="{FF2B5EF4-FFF2-40B4-BE49-F238E27FC236}">
                <a16:creationId xmlns:a16="http://schemas.microsoft.com/office/drawing/2014/main" id="{B04D0A5E-F8DA-FC40-ABF5-4AEFDB55C4DA}"/>
              </a:ext>
            </a:extLst>
          </p:cNvPr>
          <p:cNvSpPr>
            <a:spLocks noGrp="1"/>
          </p:cNvSpPr>
          <p:nvPr>
            <p:ph type="body" idx="1"/>
          </p:nvPr>
        </p:nvSpPr>
        <p:spPr/>
        <p:txBody>
          <a:bodyPr/>
          <a:lstStyle/>
          <a:p>
            <a:r>
              <a:rPr lang="en-US" dirty="0"/>
              <a:t>Subtitle here</a:t>
            </a:r>
          </a:p>
        </p:txBody>
      </p:sp>
      <p:sp>
        <p:nvSpPr>
          <p:cNvPr id="9" name="Content Placeholder 8">
            <a:extLst>
              <a:ext uri="{FF2B5EF4-FFF2-40B4-BE49-F238E27FC236}">
                <a16:creationId xmlns:a16="http://schemas.microsoft.com/office/drawing/2014/main" id="{25106EBA-BF21-E845-AB25-F9F5889463CE}"/>
              </a:ext>
            </a:extLst>
          </p:cNvPr>
          <p:cNvSpPr>
            <a:spLocks noGrp="1"/>
          </p:cNvSpPr>
          <p:nvPr>
            <p:ph sz="half" idx="17"/>
          </p:nvPr>
        </p:nvSpPr>
        <p:spPr/>
        <p:txBody>
          <a:bodyPr/>
          <a:lstStyle/>
          <a:p>
            <a:r>
              <a:rPr lang="en-US" dirty="0"/>
              <a:t>Lorem ipsum dolor sit amet, consectetur adipiscing elit, sed do eiusmod tempor incididunt ut labore et dolore. Sit amet tellus cras adipiscing enim eu turpis. Pulvinar elementum integer enim neque volutpat ac. Nec tincidunt praesent semper feugiat nibh.</a:t>
            </a:r>
          </a:p>
        </p:txBody>
      </p:sp>
      <p:sp>
        <p:nvSpPr>
          <p:cNvPr id="4" name="Text Placeholder 3">
            <a:extLst>
              <a:ext uri="{FF2B5EF4-FFF2-40B4-BE49-F238E27FC236}">
                <a16:creationId xmlns:a16="http://schemas.microsoft.com/office/drawing/2014/main" id="{0ED3B9A0-C5F7-6C46-8EBA-6DE2835449DA}"/>
              </a:ext>
            </a:extLst>
          </p:cNvPr>
          <p:cNvSpPr>
            <a:spLocks noGrp="1"/>
          </p:cNvSpPr>
          <p:nvPr>
            <p:ph type="body" idx="18"/>
          </p:nvPr>
        </p:nvSpPr>
        <p:spPr/>
        <p:txBody>
          <a:bodyPr/>
          <a:lstStyle/>
          <a:p>
            <a:r>
              <a:rPr lang="en-US" dirty="0"/>
              <a:t>Subtitle here</a:t>
            </a:r>
          </a:p>
          <a:p>
            <a:endParaRPr lang="en-US" dirty="0"/>
          </a:p>
        </p:txBody>
      </p:sp>
      <p:sp>
        <p:nvSpPr>
          <p:cNvPr id="10" name="Content Placeholder 9">
            <a:extLst>
              <a:ext uri="{FF2B5EF4-FFF2-40B4-BE49-F238E27FC236}">
                <a16:creationId xmlns:a16="http://schemas.microsoft.com/office/drawing/2014/main" id="{A2B193B2-155C-6F4B-A7A1-95EF0CC0CE24}"/>
              </a:ext>
            </a:extLst>
          </p:cNvPr>
          <p:cNvSpPr>
            <a:spLocks noGrp="1"/>
          </p:cNvSpPr>
          <p:nvPr>
            <p:ph sz="half" idx="19"/>
          </p:nvPr>
        </p:nvSpPr>
        <p:spPr/>
        <p:txBody>
          <a:bodyPr/>
          <a:lstStyle/>
          <a:p>
            <a:r>
              <a:rPr lang="en-US" dirty="0"/>
              <a:t>Lorem ipsum dolor sit amet, consectetur adipiscing elit, sed do eiusmod tempor incididunt ut labore et dolore. Sit amet tellus cras adipiscing enim eu turpis. Pulvinar elementum integer enim neque volutpat ac. Nec tincidunt praesent semper feugiat nibh.</a:t>
            </a:r>
          </a:p>
        </p:txBody>
      </p:sp>
      <p:sp>
        <p:nvSpPr>
          <p:cNvPr id="8" name="Text Placeholder 7">
            <a:extLst>
              <a:ext uri="{FF2B5EF4-FFF2-40B4-BE49-F238E27FC236}">
                <a16:creationId xmlns:a16="http://schemas.microsoft.com/office/drawing/2014/main" id="{1C61EFA3-4FB7-234E-979F-F5CA4DEC7A0D}"/>
              </a:ext>
            </a:extLst>
          </p:cNvPr>
          <p:cNvSpPr>
            <a:spLocks noGrp="1"/>
          </p:cNvSpPr>
          <p:nvPr>
            <p:ph type="body" idx="20"/>
          </p:nvPr>
        </p:nvSpPr>
        <p:spPr/>
        <p:txBody>
          <a:bodyPr/>
          <a:lstStyle/>
          <a:p>
            <a:r>
              <a:rPr lang="en-US" dirty="0"/>
              <a:t>Subtitle here</a:t>
            </a:r>
          </a:p>
          <a:p>
            <a:endParaRPr lang="en-US" dirty="0"/>
          </a:p>
        </p:txBody>
      </p:sp>
      <p:sp>
        <p:nvSpPr>
          <p:cNvPr id="11" name="Content Placeholder 10">
            <a:extLst>
              <a:ext uri="{FF2B5EF4-FFF2-40B4-BE49-F238E27FC236}">
                <a16:creationId xmlns:a16="http://schemas.microsoft.com/office/drawing/2014/main" id="{BA7E88B5-0527-B049-9E8B-E9198E37D201}"/>
              </a:ext>
            </a:extLst>
          </p:cNvPr>
          <p:cNvSpPr>
            <a:spLocks noGrp="1"/>
          </p:cNvSpPr>
          <p:nvPr>
            <p:ph sz="half" idx="21"/>
          </p:nvPr>
        </p:nvSpPr>
        <p:spPr/>
        <p:txBody>
          <a:bodyPr/>
          <a:lstStyle/>
          <a:p>
            <a:r>
              <a:rPr lang="en-US" dirty="0"/>
              <a:t>Lorem ipsum dolor sit amet, consectetur adipiscing elit, sed do eiusmod tempor incididunt ut labore et dolore. Sit amet tellus cras adipiscing enim eu turpis. Pulvinar elementum integer enim neque volutpat ac. Nec tincidunt praesent semper feugiat nibh.</a:t>
            </a:r>
          </a:p>
        </p:txBody>
      </p:sp>
      <p:sp>
        <p:nvSpPr>
          <p:cNvPr id="5" name="Footer Placeholder 4">
            <a:extLst>
              <a:ext uri="{FF2B5EF4-FFF2-40B4-BE49-F238E27FC236}">
                <a16:creationId xmlns:a16="http://schemas.microsoft.com/office/drawing/2014/main" id="{2FDDB8FE-8301-0F42-B5A2-E7396DAAC120}"/>
              </a:ext>
            </a:extLst>
          </p:cNvPr>
          <p:cNvSpPr>
            <a:spLocks noGrp="1"/>
          </p:cNvSpPr>
          <p:nvPr>
            <p:ph type="ftr" sz="quarter" idx="3"/>
          </p:nvPr>
        </p:nvSpPr>
        <p:spPr/>
        <p:txBody>
          <a:bodyPr/>
          <a:lstStyle/>
          <a:p>
            <a:r>
              <a:rPr lang="en-US"/>
              <a:t>© 2023 Cognizant | Confidential &amp; Proprietary</a:t>
            </a:r>
            <a:endParaRPr lang="en-US" dirty="0"/>
          </a:p>
        </p:txBody>
      </p:sp>
      <p:cxnSp>
        <p:nvCxnSpPr>
          <p:cNvPr id="12" name="Straight Connector 11">
            <a:extLst>
              <a:ext uri="{FF2B5EF4-FFF2-40B4-BE49-F238E27FC236}">
                <a16:creationId xmlns:a16="http://schemas.microsoft.com/office/drawing/2014/main" id="{D72F060A-735F-264F-8E77-1694F86427E7}"/>
              </a:ext>
            </a:extLst>
          </p:cNvPr>
          <p:cNvCxnSpPr>
            <a:cxnSpLocks/>
          </p:cNvCxnSpPr>
          <p:nvPr/>
        </p:nvCxnSpPr>
        <p:spPr>
          <a:xfrm>
            <a:off x="452438" y="1220507"/>
            <a:ext cx="221423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3FA95D8-5E73-6643-8023-11A3199FF556}"/>
              </a:ext>
            </a:extLst>
          </p:cNvPr>
          <p:cNvCxnSpPr>
            <a:cxnSpLocks/>
          </p:cNvCxnSpPr>
          <p:nvPr/>
        </p:nvCxnSpPr>
        <p:spPr>
          <a:xfrm>
            <a:off x="452438" y="2796323"/>
            <a:ext cx="221423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064C2B1-C1EB-8940-A7C1-E840F047B002}"/>
              </a:ext>
            </a:extLst>
          </p:cNvPr>
          <p:cNvCxnSpPr>
            <a:cxnSpLocks/>
          </p:cNvCxnSpPr>
          <p:nvPr/>
        </p:nvCxnSpPr>
        <p:spPr>
          <a:xfrm>
            <a:off x="452438" y="4396523"/>
            <a:ext cx="221423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1FDD537-0FF9-B841-A952-E029116FD918}"/>
              </a:ext>
            </a:extLst>
          </p:cNvPr>
          <p:cNvCxnSpPr>
            <a:cxnSpLocks/>
          </p:cNvCxnSpPr>
          <p:nvPr/>
        </p:nvCxnSpPr>
        <p:spPr>
          <a:xfrm>
            <a:off x="3069721" y="1220507"/>
            <a:ext cx="7374759"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8BD77FA-A4FD-AC45-8B0F-08A73CA5064E}"/>
              </a:ext>
            </a:extLst>
          </p:cNvPr>
          <p:cNvCxnSpPr>
            <a:cxnSpLocks/>
          </p:cNvCxnSpPr>
          <p:nvPr/>
        </p:nvCxnSpPr>
        <p:spPr>
          <a:xfrm>
            <a:off x="3069721" y="2796323"/>
            <a:ext cx="7374759"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84B7562-F672-4E46-A2CF-D27F0135B8D8}"/>
              </a:ext>
            </a:extLst>
          </p:cNvPr>
          <p:cNvCxnSpPr>
            <a:cxnSpLocks/>
          </p:cNvCxnSpPr>
          <p:nvPr/>
        </p:nvCxnSpPr>
        <p:spPr>
          <a:xfrm>
            <a:off x="3069721" y="4396523"/>
            <a:ext cx="7374759"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0FF1B648-6BB8-92C3-53FB-3C44E8A67F34}"/>
              </a:ext>
            </a:extLst>
          </p:cNvPr>
          <p:cNvSpPr>
            <a:spLocks noGrp="1"/>
          </p:cNvSpPr>
          <p:nvPr>
            <p:ph type="sldNum" sz="quarter" idx="4"/>
          </p:nvPr>
        </p:nvSpPr>
        <p:spPr/>
        <p:txBody>
          <a:bodyPr/>
          <a:lstStyle/>
          <a:p>
            <a:fld id="{C53E075B-3175-45CF-B3C7-FEDF3F5961E3}" type="slidenum">
              <a:rPr lang="en-US" smtClean="0"/>
              <a:pPr/>
              <a:t>17</a:t>
            </a:fld>
            <a:endParaRPr lang="en-US" dirty="0"/>
          </a:p>
        </p:txBody>
      </p:sp>
    </p:spTree>
    <p:extLst>
      <p:ext uri="{BB962C8B-B14F-4D97-AF65-F5344CB8AC3E}">
        <p14:creationId xmlns:p14="http://schemas.microsoft.com/office/powerpoint/2010/main" val="2125705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6B84C23-10A2-644D-B578-B55010DD8D42}"/>
              </a:ext>
            </a:extLst>
          </p:cNvPr>
          <p:cNvSpPr>
            <a:spLocks noGrp="1"/>
          </p:cNvSpPr>
          <p:nvPr>
            <p:ph type="ftr" sz="quarter" idx="11"/>
          </p:nvPr>
        </p:nvSpPr>
        <p:spPr/>
        <p:txBody>
          <a:bodyPr/>
          <a:lstStyle/>
          <a:p>
            <a:r>
              <a:rPr lang="en-US"/>
              <a:t>© 2023 Cognizant | Confidential &amp; Proprietary</a:t>
            </a:r>
            <a:endParaRPr lang="en-US" dirty="0"/>
          </a:p>
        </p:txBody>
      </p:sp>
      <p:sp>
        <p:nvSpPr>
          <p:cNvPr id="16" name="Text Placeholder 2">
            <a:extLst>
              <a:ext uri="{FF2B5EF4-FFF2-40B4-BE49-F238E27FC236}">
                <a16:creationId xmlns:a16="http://schemas.microsoft.com/office/drawing/2014/main" id="{B8B49A24-9F6F-4843-829C-05A84DB5A115}"/>
              </a:ext>
            </a:extLst>
          </p:cNvPr>
          <p:cNvSpPr>
            <a:spLocks noGrp="1"/>
          </p:cNvSpPr>
          <p:nvPr>
            <p:ph type="body" sz="quarter" idx="13"/>
          </p:nvPr>
        </p:nvSpPr>
        <p:spPr/>
        <p:txBody>
          <a:bodyPr/>
          <a:lstStyle/>
          <a:p>
            <a:r>
              <a:rPr lang="en-US" dirty="0"/>
              <a:t>Attributor name is 16pt Arial</a:t>
            </a:r>
          </a:p>
        </p:txBody>
      </p:sp>
      <p:sp>
        <p:nvSpPr>
          <p:cNvPr id="17" name="Title 1">
            <a:extLst>
              <a:ext uri="{FF2B5EF4-FFF2-40B4-BE49-F238E27FC236}">
                <a16:creationId xmlns:a16="http://schemas.microsoft.com/office/drawing/2014/main" id="{C614AEA4-C4F0-724A-A9B2-7E0A1A68DFB3}"/>
              </a:ext>
            </a:extLst>
          </p:cNvPr>
          <p:cNvSpPr>
            <a:spLocks noGrp="1"/>
          </p:cNvSpPr>
          <p:nvPr>
            <p:ph type="ctrTitle"/>
          </p:nvPr>
        </p:nvSpPr>
        <p:spPr/>
        <p:txBody>
          <a:bodyPr/>
          <a:lstStyle/>
          <a:p>
            <a:r>
              <a:rPr lang="en-US" dirty="0"/>
              <a:t>Statement or quote will go here</a:t>
            </a:r>
            <a:br>
              <a:rPr lang="en-US" dirty="0"/>
            </a:br>
            <a:r>
              <a:rPr lang="en-US" dirty="0"/>
              <a:t>in Arial 36pt bold.</a:t>
            </a:r>
          </a:p>
        </p:txBody>
      </p:sp>
      <p:sp>
        <p:nvSpPr>
          <p:cNvPr id="3" name="Slide Number Placeholder 2">
            <a:extLst>
              <a:ext uri="{FF2B5EF4-FFF2-40B4-BE49-F238E27FC236}">
                <a16:creationId xmlns:a16="http://schemas.microsoft.com/office/drawing/2014/main" id="{49F2CAAD-5C61-97D0-C70E-B1C4FB750665}"/>
              </a:ext>
            </a:extLst>
          </p:cNvPr>
          <p:cNvSpPr>
            <a:spLocks noGrp="1"/>
          </p:cNvSpPr>
          <p:nvPr>
            <p:ph type="sldNum" sz="quarter" idx="12"/>
          </p:nvPr>
        </p:nvSpPr>
        <p:spPr/>
        <p:txBody>
          <a:bodyPr/>
          <a:lstStyle/>
          <a:p>
            <a:fld id="{C53E075B-3175-45CF-B3C7-FEDF3F5961E3}" type="slidenum">
              <a:rPr lang="en-US" smtClean="0"/>
              <a:pPr/>
              <a:t>18</a:t>
            </a:fld>
            <a:endParaRPr lang="en-US" dirty="0"/>
          </a:p>
        </p:txBody>
      </p:sp>
    </p:spTree>
    <p:extLst>
      <p:ext uri="{BB962C8B-B14F-4D97-AF65-F5344CB8AC3E}">
        <p14:creationId xmlns:p14="http://schemas.microsoft.com/office/powerpoint/2010/main" val="2305955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2B21043-1658-E547-BFC9-84E7A7582A4F}"/>
              </a:ext>
            </a:extLst>
          </p:cNvPr>
          <p:cNvSpPr>
            <a:spLocks noGrp="1"/>
          </p:cNvSpPr>
          <p:nvPr>
            <p:ph sz="quarter" idx="21"/>
          </p:nvPr>
        </p:nvSpPr>
        <p:spPr/>
        <p:txBody>
          <a:bodyPr/>
          <a:lstStyle/>
          <a:p>
            <a:r>
              <a:rPr lang="en-US" dirty="0"/>
              <a:t>Body copy will go here in Arial 16pt.</a:t>
            </a:r>
          </a:p>
          <a:p>
            <a:pPr lvl="1"/>
            <a:r>
              <a:rPr lang="en-US" dirty="0"/>
              <a:t>Use the right and left arrow keys in the toolbar, next to numbers dropdown, to indent your bullet point</a:t>
            </a:r>
          </a:p>
          <a:p>
            <a:pPr lvl="1"/>
            <a:r>
              <a:rPr lang="en-US" dirty="0"/>
              <a:t>Use the right and left arrow keys in the toolbar, next to numbers dropdown, to indent your bullet point</a:t>
            </a:r>
          </a:p>
          <a:p>
            <a:pPr lvl="1"/>
            <a:r>
              <a:rPr lang="en-US" dirty="0"/>
              <a:t>Use the right and left arrow keys in the toolbar, next to numbers dropdown, to indent your bullet point</a:t>
            </a:r>
          </a:p>
          <a:p>
            <a:pPr lvl="1"/>
            <a:endParaRPr lang="en-US" dirty="0"/>
          </a:p>
        </p:txBody>
      </p:sp>
      <p:sp>
        <p:nvSpPr>
          <p:cNvPr id="2" name="Title 1">
            <a:extLst>
              <a:ext uri="{FF2B5EF4-FFF2-40B4-BE49-F238E27FC236}">
                <a16:creationId xmlns:a16="http://schemas.microsoft.com/office/drawing/2014/main" id="{45DA1ECF-BB85-064A-8732-BBBC88BA821A}"/>
              </a:ext>
            </a:extLst>
          </p:cNvPr>
          <p:cNvSpPr>
            <a:spLocks noGrp="1"/>
          </p:cNvSpPr>
          <p:nvPr>
            <p:ph type="title"/>
          </p:nvPr>
        </p:nvSpPr>
        <p:spPr/>
        <p:txBody>
          <a:bodyPr/>
          <a:lstStyle/>
          <a:p>
            <a:r>
              <a:rPr lang="en-US" dirty="0"/>
              <a:t>Basic title and content - dark </a:t>
            </a:r>
          </a:p>
        </p:txBody>
      </p:sp>
      <p:sp>
        <p:nvSpPr>
          <p:cNvPr id="4" name="Footer Placeholder 3">
            <a:extLst>
              <a:ext uri="{FF2B5EF4-FFF2-40B4-BE49-F238E27FC236}">
                <a16:creationId xmlns:a16="http://schemas.microsoft.com/office/drawing/2014/main" id="{BC9904D1-6CA9-7040-91EC-26A1950E35B0}"/>
              </a:ext>
            </a:extLst>
          </p:cNvPr>
          <p:cNvSpPr>
            <a:spLocks noGrp="1"/>
          </p:cNvSpPr>
          <p:nvPr>
            <p:ph type="ftr" sz="quarter" idx="3"/>
          </p:nvPr>
        </p:nvSpPr>
        <p:spPr/>
        <p:txBody>
          <a:bodyPr/>
          <a:lstStyle/>
          <a:p>
            <a:r>
              <a:rPr lang="en-US"/>
              <a:t>© 2023 Cognizant | Confidential &amp; Proprietary</a:t>
            </a:r>
            <a:endParaRPr lang="en-US" dirty="0"/>
          </a:p>
        </p:txBody>
      </p:sp>
      <p:sp>
        <p:nvSpPr>
          <p:cNvPr id="5" name="Slide Number Placeholder 4">
            <a:extLst>
              <a:ext uri="{FF2B5EF4-FFF2-40B4-BE49-F238E27FC236}">
                <a16:creationId xmlns:a16="http://schemas.microsoft.com/office/drawing/2014/main" id="{2108F9C9-3815-7439-A8CE-BC3EF523D132}"/>
              </a:ext>
            </a:extLst>
          </p:cNvPr>
          <p:cNvSpPr>
            <a:spLocks noGrp="1"/>
          </p:cNvSpPr>
          <p:nvPr>
            <p:ph type="sldNum" sz="quarter" idx="4"/>
          </p:nvPr>
        </p:nvSpPr>
        <p:spPr/>
        <p:txBody>
          <a:bodyPr/>
          <a:lstStyle/>
          <a:p>
            <a:fld id="{C53E075B-3175-45CF-B3C7-FEDF3F5961E3}" type="slidenum">
              <a:rPr lang="en-US" smtClean="0"/>
              <a:pPr/>
              <a:t>19</a:t>
            </a:fld>
            <a:endParaRPr lang="en-US" dirty="0"/>
          </a:p>
        </p:txBody>
      </p:sp>
    </p:spTree>
    <p:extLst>
      <p:ext uri="{BB962C8B-B14F-4D97-AF65-F5344CB8AC3E}">
        <p14:creationId xmlns:p14="http://schemas.microsoft.com/office/powerpoint/2010/main" val="712443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AB9A4F30-89B9-F948-A530-4771D93FB25D}"/>
              </a:ext>
            </a:extLst>
          </p:cNvPr>
          <p:cNvSpPr>
            <a:spLocks noGrp="1"/>
          </p:cNvSpPr>
          <p:nvPr>
            <p:ph type="body" sz="quarter" idx="18"/>
          </p:nvPr>
        </p:nvSpPr>
        <p:spPr/>
        <p:txBody>
          <a:bodyPr/>
          <a:lstStyle/>
          <a:p>
            <a:r>
              <a:rPr lang="en-US" dirty="0"/>
              <a:t>Insert source or footnote here</a:t>
            </a:r>
          </a:p>
        </p:txBody>
      </p:sp>
      <p:sp>
        <p:nvSpPr>
          <p:cNvPr id="4" name="Footer Placeholder 3">
            <a:extLst>
              <a:ext uri="{FF2B5EF4-FFF2-40B4-BE49-F238E27FC236}">
                <a16:creationId xmlns:a16="http://schemas.microsoft.com/office/drawing/2014/main" id="{BC9904D1-6CA9-7040-91EC-26A1950E35B0}"/>
              </a:ext>
            </a:extLst>
          </p:cNvPr>
          <p:cNvSpPr>
            <a:spLocks noGrp="1"/>
          </p:cNvSpPr>
          <p:nvPr>
            <p:ph type="ftr" sz="quarter" idx="3"/>
          </p:nvPr>
        </p:nvSpPr>
        <p:spPr/>
        <p:txBody>
          <a:bodyPr/>
          <a:lstStyle/>
          <a:p>
            <a:r>
              <a:rPr lang="en-US"/>
              <a:t>© 2023 Cognizant | Confidential &amp; Proprietary</a:t>
            </a:r>
            <a:endParaRPr lang="en-US" dirty="0"/>
          </a:p>
        </p:txBody>
      </p:sp>
      <p:sp>
        <p:nvSpPr>
          <p:cNvPr id="2" name="Title 1">
            <a:extLst>
              <a:ext uri="{FF2B5EF4-FFF2-40B4-BE49-F238E27FC236}">
                <a16:creationId xmlns:a16="http://schemas.microsoft.com/office/drawing/2014/main" id="{45DA1ECF-BB85-064A-8732-BBBC88BA821A}"/>
              </a:ext>
            </a:extLst>
          </p:cNvPr>
          <p:cNvSpPr>
            <a:spLocks noGrp="1"/>
          </p:cNvSpPr>
          <p:nvPr>
            <p:ph type="title"/>
          </p:nvPr>
        </p:nvSpPr>
        <p:spPr/>
        <p:txBody>
          <a:bodyPr/>
          <a:lstStyle/>
          <a:p>
            <a:r>
              <a:rPr lang="en-US" dirty="0"/>
              <a:t>Title, super head, sub head and footnote - dark </a:t>
            </a:r>
          </a:p>
        </p:txBody>
      </p:sp>
      <p:sp>
        <p:nvSpPr>
          <p:cNvPr id="17" name="Text Placeholder 16">
            <a:extLst>
              <a:ext uri="{FF2B5EF4-FFF2-40B4-BE49-F238E27FC236}">
                <a16:creationId xmlns:a16="http://schemas.microsoft.com/office/drawing/2014/main" id="{63C5CEB9-1C24-1A4D-ABE9-5002B70659A1}"/>
              </a:ext>
            </a:extLst>
          </p:cNvPr>
          <p:cNvSpPr>
            <a:spLocks noGrp="1"/>
          </p:cNvSpPr>
          <p:nvPr>
            <p:ph type="body" idx="19"/>
          </p:nvPr>
        </p:nvSpPr>
        <p:spPr/>
        <p:txBody>
          <a:bodyPr/>
          <a:lstStyle/>
          <a:p>
            <a:r>
              <a:rPr lang="en-US" dirty="0"/>
              <a:t>Subhead</a:t>
            </a:r>
          </a:p>
        </p:txBody>
      </p:sp>
      <p:sp>
        <p:nvSpPr>
          <p:cNvPr id="14" name="Content Placeholder 13">
            <a:extLst>
              <a:ext uri="{FF2B5EF4-FFF2-40B4-BE49-F238E27FC236}">
                <a16:creationId xmlns:a16="http://schemas.microsoft.com/office/drawing/2014/main" id="{2FF9BF0B-96AA-144D-83B5-603794D79612}"/>
              </a:ext>
            </a:extLst>
          </p:cNvPr>
          <p:cNvSpPr>
            <a:spLocks noGrp="1"/>
          </p:cNvSpPr>
          <p:nvPr>
            <p:ph sz="quarter" idx="21"/>
          </p:nvPr>
        </p:nvSpPr>
        <p:spPr/>
        <p:txBody>
          <a:bodyPr/>
          <a:lstStyle/>
          <a:p>
            <a:r>
              <a:rPr lang="en-US" dirty="0"/>
              <a:t>Body copy will go here in Arial 16pt.</a:t>
            </a:r>
          </a:p>
          <a:p>
            <a:endParaRPr lang="en-US" dirty="0"/>
          </a:p>
          <a:p>
            <a:pPr marL="977900" lvl="2" indent="-342900">
              <a:buFont typeface="+mj-lt"/>
              <a:buAutoNum type="arabicPeriod"/>
            </a:pPr>
            <a:r>
              <a:rPr lang="en-US" dirty="0">
                <a:solidFill>
                  <a:schemeClr val="accent4"/>
                </a:solidFill>
              </a:rPr>
              <a:t>Body copy will go here</a:t>
            </a:r>
          </a:p>
          <a:p>
            <a:pPr lvl="3"/>
            <a:r>
              <a:rPr lang="en-US" dirty="0"/>
              <a:t>Preceding bullet point</a:t>
            </a:r>
          </a:p>
          <a:p>
            <a:pPr marL="977900" lvl="2" indent="-342900">
              <a:buFont typeface="+mj-lt"/>
              <a:buAutoNum type="arabicPeriod"/>
            </a:pPr>
            <a:r>
              <a:rPr lang="en-US" dirty="0">
                <a:solidFill>
                  <a:schemeClr val="accent4"/>
                </a:solidFill>
              </a:rPr>
              <a:t>Body copy will go here</a:t>
            </a:r>
          </a:p>
          <a:p>
            <a:pPr lvl="3"/>
            <a:r>
              <a:rPr lang="en-US" dirty="0"/>
              <a:t>Preceding bullet point</a:t>
            </a:r>
          </a:p>
          <a:p>
            <a:pPr marL="977900" lvl="2" indent="-342900">
              <a:buFont typeface="+mj-lt"/>
              <a:buAutoNum type="arabicPeriod"/>
            </a:pPr>
            <a:r>
              <a:rPr lang="en-US" dirty="0">
                <a:solidFill>
                  <a:schemeClr val="accent4"/>
                </a:solidFill>
              </a:rPr>
              <a:t>Body copy will go here</a:t>
            </a:r>
          </a:p>
          <a:p>
            <a:pPr lvl="3"/>
            <a:r>
              <a:rPr lang="en-US" dirty="0"/>
              <a:t>Preceding bullet point</a:t>
            </a:r>
          </a:p>
          <a:p>
            <a:pPr lvl="1"/>
            <a:endParaRPr lang="en-US" dirty="0"/>
          </a:p>
        </p:txBody>
      </p:sp>
      <p:sp>
        <p:nvSpPr>
          <p:cNvPr id="13" name="Text Placeholder 12">
            <a:extLst>
              <a:ext uri="{FF2B5EF4-FFF2-40B4-BE49-F238E27FC236}">
                <a16:creationId xmlns:a16="http://schemas.microsoft.com/office/drawing/2014/main" id="{715666B3-FB61-F447-A573-F78BB6008A83}"/>
              </a:ext>
            </a:extLst>
          </p:cNvPr>
          <p:cNvSpPr>
            <a:spLocks noGrp="1"/>
          </p:cNvSpPr>
          <p:nvPr>
            <p:ph type="body" idx="20"/>
          </p:nvPr>
        </p:nvSpPr>
        <p:spPr/>
        <p:txBody>
          <a:bodyPr/>
          <a:lstStyle/>
          <a:p>
            <a:r>
              <a:rPr lang="en-US" dirty="0"/>
              <a:t>Super head</a:t>
            </a:r>
          </a:p>
        </p:txBody>
      </p:sp>
      <p:sp>
        <p:nvSpPr>
          <p:cNvPr id="5" name="Slide Number Placeholder 4">
            <a:extLst>
              <a:ext uri="{FF2B5EF4-FFF2-40B4-BE49-F238E27FC236}">
                <a16:creationId xmlns:a16="http://schemas.microsoft.com/office/drawing/2014/main" id="{A471A16E-0E0D-674A-9DC8-5991348DF4CF}"/>
              </a:ext>
            </a:extLst>
          </p:cNvPr>
          <p:cNvSpPr>
            <a:spLocks noGrp="1"/>
          </p:cNvSpPr>
          <p:nvPr>
            <p:ph type="sldNum" sz="quarter" idx="4"/>
          </p:nvPr>
        </p:nvSpPr>
        <p:spPr/>
        <p:txBody>
          <a:bodyPr/>
          <a:lstStyle/>
          <a:p>
            <a:fld id="{C53E075B-3175-45CF-B3C7-FEDF3F5961E3}" type="slidenum">
              <a:rPr lang="en-US" smtClean="0"/>
              <a:pPr/>
              <a:t>20</a:t>
            </a:fld>
            <a:endParaRPr lang="en-US" dirty="0"/>
          </a:p>
        </p:txBody>
      </p:sp>
    </p:spTree>
    <p:extLst>
      <p:ext uri="{BB962C8B-B14F-4D97-AF65-F5344CB8AC3E}">
        <p14:creationId xmlns:p14="http://schemas.microsoft.com/office/powerpoint/2010/main" val="1117211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E58E29C3-12F6-184F-A3ED-BD2E7B6D32F5}"/>
              </a:ext>
            </a:extLst>
          </p:cNvPr>
          <p:cNvSpPr>
            <a:spLocks noGrp="1"/>
          </p:cNvSpPr>
          <p:nvPr>
            <p:ph type="ftr" sz="quarter" idx="3"/>
          </p:nvPr>
        </p:nvSpPr>
        <p:spPr>
          <a:xfrm>
            <a:off x="1042416" y="6438349"/>
            <a:ext cx="1198179" cy="190416"/>
          </a:xfrm>
        </p:spPr>
        <p:txBody>
          <a:bodyPr/>
          <a:lstStyle/>
          <a:p>
            <a:r>
              <a:rPr lang="en-US"/>
              <a:t>© 2023 Cognizant | Confidential &amp; Proprietary</a:t>
            </a:r>
            <a:endParaRPr lang="en-US" dirty="0"/>
          </a:p>
        </p:txBody>
      </p:sp>
      <p:sp>
        <p:nvSpPr>
          <p:cNvPr id="17" name="Text Placeholder 16">
            <a:extLst>
              <a:ext uri="{FF2B5EF4-FFF2-40B4-BE49-F238E27FC236}">
                <a16:creationId xmlns:a16="http://schemas.microsoft.com/office/drawing/2014/main" id="{29E9D3E3-0748-CF4A-A34B-A615AB798B01}"/>
              </a:ext>
            </a:extLst>
          </p:cNvPr>
          <p:cNvSpPr>
            <a:spLocks noGrp="1"/>
          </p:cNvSpPr>
          <p:nvPr>
            <p:ph type="body" sz="quarter" idx="32"/>
          </p:nvPr>
        </p:nvSpPr>
        <p:spPr>
          <a:xfrm>
            <a:off x="452438" y="1196975"/>
            <a:ext cx="5303520" cy="282575"/>
          </a:xfrm>
        </p:spPr>
        <p:txBody>
          <a:bodyPr/>
          <a:lstStyle/>
          <a:p>
            <a:r>
              <a:rPr lang="en-US" dirty="0"/>
              <a:t>Subtitle here</a:t>
            </a:r>
          </a:p>
        </p:txBody>
      </p:sp>
      <p:sp>
        <p:nvSpPr>
          <p:cNvPr id="3" name="Content Placeholder 2">
            <a:extLst>
              <a:ext uri="{FF2B5EF4-FFF2-40B4-BE49-F238E27FC236}">
                <a16:creationId xmlns:a16="http://schemas.microsoft.com/office/drawing/2014/main" id="{A5C39B5B-89C9-B541-A80C-5BF6C179CE44}"/>
              </a:ext>
            </a:extLst>
          </p:cNvPr>
          <p:cNvSpPr>
            <a:spLocks noGrp="1"/>
          </p:cNvSpPr>
          <p:nvPr>
            <p:ph sz="quarter" idx="35"/>
          </p:nvPr>
        </p:nvSpPr>
        <p:spPr>
          <a:xfrm>
            <a:off x="452438" y="1735922"/>
            <a:ext cx="5303520" cy="4033837"/>
          </a:xfrm>
        </p:spPr>
        <p:txBody>
          <a:bodyPr/>
          <a:lstStyle/>
          <a:p>
            <a:r>
              <a:rPr lang="en-US" dirty="0"/>
              <a:t>Lorem ipsum dolor sit amet, consectetur adipiscing elit,</a:t>
            </a:r>
            <a:br>
              <a:rPr lang="en-US" dirty="0"/>
            </a:br>
            <a:r>
              <a:rPr lang="en-US" dirty="0"/>
              <a:t>sed do eiusmod tempor incididunt ut labore et dolore.</a:t>
            </a:r>
          </a:p>
          <a:p>
            <a:r>
              <a:rPr lang="en-US" dirty="0"/>
              <a:t>Sit amet tellus cras adipiscing enim eu turpis. Pulvinar elementum integer enim neque volutpat ac. Nec tincidunt praesent semper feugiat nibh.</a:t>
            </a:r>
          </a:p>
        </p:txBody>
      </p:sp>
      <p:sp>
        <p:nvSpPr>
          <p:cNvPr id="27" name="Text Placeholder 26">
            <a:extLst>
              <a:ext uri="{FF2B5EF4-FFF2-40B4-BE49-F238E27FC236}">
                <a16:creationId xmlns:a16="http://schemas.microsoft.com/office/drawing/2014/main" id="{267E56FF-0CB9-F64F-A62C-5F2C614A37B7}"/>
              </a:ext>
            </a:extLst>
          </p:cNvPr>
          <p:cNvSpPr>
            <a:spLocks noGrp="1"/>
          </p:cNvSpPr>
          <p:nvPr>
            <p:ph type="body" sz="quarter" idx="36"/>
          </p:nvPr>
        </p:nvSpPr>
        <p:spPr>
          <a:xfrm>
            <a:off x="6320785" y="1196975"/>
            <a:ext cx="5303520" cy="282575"/>
          </a:xfrm>
        </p:spPr>
        <p:txBody>
          <a:bodyPr/>
          <a:lstStyle/>
          <a:p>
            <a:r>
              <a:rPr lang="en-US" dirty="0"/>
              <a:t>Subtitle here</a:t>
            </a:r>
          </a:p>
        </p:txBody>
      </p:sp>
      <p:sp>
        <p:nvSpPr>
          <p:cNvPr id="15" name="Content Placeholder 14">
            <a:extLst>
              <a:ext uri="{FF2B5EF4-FFF2-40B4-BE49-F238E27FC236}">
                <a16:creationId xmlns:a16="http://schemas.microsoft.com/office/drawing/2014/main" id="{38CA0692-2F9C-EE41-8DE9-5BC88EE66227}"/>
              </a:ext>
            </a:extLst>
          </p:cNvPr>
          <p:cNvSpPr>
            <a:spLocks noGrp="1"/>
          </p:cNvSpPr>
          <p:nvPr>
            <p:ph sz="quarter" idx="37"/>
          </p:nvPr>
        </p:nvSpPr>
        <p:spPr>
          <a:xfrm>
            <a:off x="6320785" y="1735922"/>
            <a:ext cx="5303520" cy="4033837"/>
          </a:xfrm>
        </p:spPr>
        <p:txBody>
          <a:bodyPr/>
          <a:lstStyle/>
          <a:p>
            <a:r>
              <a:rPr lang="en-US" dirty="0"/>
              <a:t>Lorem ipsum dolor sit amet, consectetur adipiscing elit,</a:t>
            </a:r>
            <a:br>
              <a:rPr lang="en-US" dirty="0"/>
            </a:br>
            <a:r>
              <a:rPr lang="en-US" dirty="0"/>
              <a:t>sed do eiusmod tempor incididunt ut labore et dolore.</a:t>
            </a:r>
          </a:p>
          <a:p>
            <a:r>
              <a:rPr lang="en-US" dirty="0"/>
              <a:t>Sit amet tellus cras adipiscing enim eu turpis. Pulvinar elementum integer enim neque volutpat ac. Nec tincidunt praesent semper feugiat nibh.</a:t>
            </a:r>
          </a:p>
        </p:txBody>
      </p:sp>
      <p:sp>
        <p:nvSpPr>
          <p:cNvPr id="14" name="Title 13">
            <a:extLst>
              <a:ext uri="{FF2B5EF4-FFF2-40B4-BE49-F238E27FC236}">
                <a16:creationId xmlns:a16="http://schemas.microsoft.com/office/drawing/2014/main" id="{CC8B1D15-C23A-E04B-A171-98CC4E663126}"/>
              </a:ext>
            </a:extLst>
          </p:cNvPr>
          <p:cNvSpPr>
            <a:spLocks noGrp="1"/>
          </p:cNvSpPr>
          <p:nvPr>
            <p:ph type="title"/>
          </p:nvPr>
        </p:nvSpPr>
        <p:spPr>
          <a:xfrm>
            <a:off x="457198" y="557784"/>
            <a:ext cx="10808209" cy="307777"/>
          </a:xfrm>
        </p:spPr>
        <p:txBody>
          <a:bodyPr/>
          <a:lstStyle/>
          <a:p>
            <a:r>
              <a:rPr lang="en-US"/>
              <a:t>Two column - dark </a:t>
            </a:r>
            <a:endParaRPr lang="en-US" dirty="0"/>
          </a:p>
        </p:txBody>
      </p:sp>
      <p:cxnSp>
        <p:nvCxnSpPr>
          <p:cNvPr id="12" name="Straight Connector 11">
            <a:extLst>
              <a:ext uri="{FF2B5EF4-FFF2-40B4-BE49-F238E27FC236}">
                <a16:creationId xmlns:a16="http://schemas.microsoft.com/office/drawing/2014/main" id="{46FE95D8-54B1-5745-903F-CD6E9DC69D34}"/>
              </a:ext>
            </a:extLst>
          </p:cNvPr>
          <p:cNvCxnSpPr>
            <a:cxnSpLocks/>
          </p:cNvCxnSpPr>
          <p:nvPr/>
        </p:nvCxnSpPr>
        <p:spPr>
          <a:xfrm>
            <a:off x="6096000" y="1239839"/>
            <a:ext cx="0" cy="446289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B2E5D88D-417A-621F-B2B8-528088EE4B57}"/>
              </a:ext>
            </a:extLst>
          </p:cNvPr>
          <p:cNvSpPr>
            <a:spLocks noGrp="1"/>
          </p:cNvSpPr>
          <p:nvPr>
            <p:ph type="sldNum" sz="quarter" idx="4"/>
          </p:nvPr>
        </p:nvSpPr>
        <p:spPr/>
        <p:txBody>
          <a:bodyPr/>
          <a:lstStyle/>
          <a:p>
            <a:fld id="{C53E075B-3175-45CF-B3C7-FEDF3F5961E3}" type="slidenum">
              <a:rPr lang="en-US" smtClean="0"/>
              <a:pPr/>
              <a:t>21</a:t>
            </a:fld>
            <a:endParaRPr lang="en-US" dirty="0"/>
          </a:p>
        </p:txBody>
      </p:sp>
    </p:spTree>
    <p:extLst>
      <p:ext uri="{BB962C8B-B14F-4D97-AF65-F5344CB8AC3E}">
        <p14:creationId xmlns:p14="http://schemas.microsoft.com/office/powerpoint/2010/main" val="2011891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E99B3C3-242C-8B4B-895A-D8BC99B2E344}"/>
              </a:ext>
            </a:extLst>
          </p:cNvPr>
          <p:cNvSpPr>
            <a:spLocks noGrp="1"/>
          </p:cNvSpPr>
          <p:nvPr>
            <p:ph type="title"/>
          </p:nvPr>
        </p:nvSpPr>
        <p:spPr>
          <a:xfrm>
            <a:off x="457198" y="557784"/>
            <a:ext cx="10808209" cy="307777"/>
          </a:xfrm>
        </p:spPr>
        <p:txBody>
          <a:bodyPr/>
          <a:lstStyle/>
          <a:p>
            <a:r>
              <a:rPr lang="en-US" dirty="0"/>
              <a:t>Three column - dark </a:t>
            </a:r>
          </a:p>
        </p:txBody>
      </p:sp>
      <p:sp>
        <p:nvSpPr>
          <p:cNvPr id="5" name="Footer Placeholder 4">
            <a:extLst>
              <a:ext uri="{FF2B5EF4-FFF2-40B4-BE49-F238E27FC236}">
                <a16:creationId xmlns:a16="http://schemas.microsoft.com/office/drawing/2014/main" id="{2FDDB8FE-8301-0F42-B5A2-E7396DAAC120}"/>
              </a:ext>
            </a:extLst>
          </p:cNvPr>
          <p:cNvSpPr>
            <a:spLocks noGrp="1"/>
          </p:cNvSpPr>
          <p:nvPr>
            <p:ph type="ftr" sz="quarter" idx="3"/>
          </p:nvPr>
        </p:nvSpPr>
        <p:spPr>
          <a:xfrm>
            <a:off x="1042416" y="6438349"/>
            <a:ext cx="1198179" cy="190416"/>
          </a:xfrm>
        </p:spPr>
        <p:txBody>
          <a:bodyPr/>
          <a:lstStyle/>
          <a:p>
            <a:r>
              <a:rPr lang="en-US"/>
              <a:t>© 2023 Cognizant | Confidential &amp; Proprietary</a:t>
            </a:r>
            <a:endParaRPr lang="en-US" dirty="0"/>
          </a:p>
        </p:txBody>
      </p:sp>
      <p:sp>
        <p:nvSpPr>
          <p:cNvPr id="162" name="Text Placeholder 161">
            <a:extLst>
              <a:ext uri="{FF2B5EF4-FFF2-40B4-BE49-F238E27FC236}">
                <a16:creationId xmlns:a16="http://schemas.microsoft.com/office/drawing/2014/main" id="{021C6114-25ED-BF4F-895B-E3D1E9EB11C9}"/>
              </a:ext>
            </a:extLst>
          </p:cNvPr>
          <p:cNvSpPr>
            <a:spLocks noGrp="1"/>
          </p:cNvSpPr>
          <p:nvPr>
            <p:ph type="body" sz="quarter" idx="32"/>
          </p:nvPr>
        </p:nvSpPr>
        <p:spPr>
          <a:xfrm>
            <a:off x="452438" y="1196975"/>
            <a:ext cx="3506787" cy="282575"/>
          </a:xfrm>
        </p:spPr>
        <p:txBody>
          <a:bodyPr/>
          <a:lstStyle/>
          <a:p>
            <a:r>
              <a:rPr lang="en-US" dirty="0"/>
              <a:t>Subtitle here</a:t>
            </a:r>
          </a:p>
        </p:txBody>
      </p:sp>
      <p:sp>
        <p:nvSpPr>
          <p:cNvPr id="163" name="Text Placeholder 162">
            <a:extLst>
              <a:ext uri="{FF2B5EF4-FFF2-40B4-BE49-F238E27FC236}">
                <a16:creationId xmlns:a16="http://schemas.microsoft.com/office/drawing/2014/main" id="{5565EA11-3D17-204C-8501-9B134885A61F}"/>
              </a:ext>
            </a:extLst>
          </p:cNvPr>
          <p:cNvSpPr>
            <a:spLocks noGrp="1"/>
          </p:cNvSpPr>
          <p:nvPr>
            <p:ph type="body" sz="quarter" idx="33"/>
          </p:nvPr>
        </p:nvSpPr>
        <p:spPr>
          <a:xfrm>
            <a:off x="4325938" y="1196975"/>
            <a:ext cx="3506787" cy="282575"/>
          </a:xfrm>
        </p:spPr>
        <p:txBody>
          <a:bodyPr/>
          <a:lstStyle/>
          <a:p>
            <a:r>
              <a:rPr lang="en-US" dirty="0"/>
              <a:t>Subtitle here</a:t>
            </a:r>
          </a:p>
          <a:p>
            <a:endParaRPr lang="en-US" dirty="0"/>
          </a:p>
        </p:txBody>
      </p:sp>
      <p:sp>
        <p:nvSpPr>
          <p:cNvPr id="164" name="Text Placeholder 163">
            <a:extLst>
              <a:ext uri="{FF2B5EF4-FFF2-40B4-BE49-F238E27FC236}">
                <a16:creationId xmlns:a16="http://schemas.microsoft.com/office/drawing/2014/main" id="{F9401521-3FFD-664F-BC99-33115507DD66}"/>
              </a:ext>
            </a:extLst>
          </p:cNvPr>
          <p:cNvSpPr>
            <a:spLocks noGrp="1"/>
          </p:cNvSpPr>
          <p:nvPr>
            <p:ph type="body" sz="quarter" idx="34"/>
          </p:nvPr>
        </p:nvSpPr>
        <p:spPr>
          <a:xfrm>
            <a:off x="8185150" y="1196975"/>
            <a:ext cx="3565525" cy="282575"/>
          </a:xfrm>
        </p:spPr>
        <p:txBody>
          <a:bodyPr/>
          <a:lstStyle/>
          <a:p>
            <a:r>
              <a:rPr lang="en-US" dirty="0"/>
              <a:t>Subtitle here</a:t>
            </a:r>
          </a:p>
          <a:p>
            <a:endParaRPr lang="en-US" dirty="0"/>
          </a:p>
        </p:txBody>
      </p:sp>
      <p:sp>
        <p:nvSpPr>
          <p:cNvPr id="165" name="Content Placeholder 164">
            <a:extLst>
              <a:ext uri="{FF2B5EF4-FFF2-40B4-BE49-F238E27FC236}">
                <a16:creationId xmlns:a16="http://schemas.microsoft.com/office/drawing/2014/main" id="{F2D053F9-257A-5A4C-B53D-DD799F114D0A}"/>
              </a:ext>
            </a:extLst>
          </p:cNvPr>
          <p:cNvSpPr>
            <a:spLocks noGrp="1"/>
          </p:cNvSpPr>
          <p:nvPr>
            <p:ph sz="quarter" idx="35"/>
          </p:nvPr>
        </p:nvSpPr>
        <p:spPr>
          <a:xfrm>
            <a:off x="452438" y="1735138"/>
            <a:ext cx="3506787" cy="4033837"/>
          </a:xfrm>
        </p:spPr>
        <p:txBody>
          <a:bodyPr/>
          <a:lstStyle/>
          <a:p>
            <a:r>
              <a:rPr lang="en-US" dirty="0"/>
              <a:t>Lorem ipsum dolor sit amet, consectetur adipiscing elit, sed do eiusmod tempor incididunt ut labore</a:t>
            </a:r>
            <a:br>
              <a:rPr lang="en-US" dirty="0"/>
            </a:br>
            <a:r>
              <a:rPr lang="en-US" dirty="0"/>
              <a:t>et dolore.</a:t>
            </a:r>
          </a:p>
        </p:txBody>
      </p:sp>
      <p:sp>
        <p:nvSpPr>
          <p:cNvPr id="166" name="Content Placeholder 165">
            <a:extLst>
              <a:ext uri="{FF2B5EF4-FFF2-40B4-BE49-F238E27FC236}">
                <a16:creationId xmlns:a16="http://schemas.microsoft.com/office/drawing/2014/main" id="{2AE34C24-586D-FE43-8BD3-59B3DB94C4D5}"/>
              </a:ext>
            </a:extLst>
          </p:cNvPr>
          <p:cNvSpPr>
            <a:spLocks noGrp="1"/>
          </p:cNvSpPr>
          <p:nvPr>
            <p:ph sz="quarter" idx="36"/>
          </p:nvPr>
        </p:nvSpPr>
        <p:spPr>
          <a:xfrm>
            <a:off x="4302125" y="1735138"/>
            <a:ext cx="3506788" cy="4033837"/>
          </a:xfrm>
        </p:spPr>
        <p:txBody>
          <a:bodyPr/>
          <a:lstStyle/>
          <a:p>
            <a:r>
              <a:rPr lang="en-US" dirty="0"/>
              <a:t>Lorem ipsum dolor sit amet, consectetur adipiscing elit, sed do eiusmod tempor incididunt ut labore</a:t>
            </a:r>
            <a:br>
              <a:rPr lang="en-US" dirty="0"/>
            </a:br>
            <a:r>
              <a:rPr lang="en-US" dirty="0"/>
              <a:t>et dolore.</a:t>
            </a:r>
          </a:p>
        </p:txBody>
      </p:sp>
      <p:sp>
        <p:nvSpPr>
          <p:cNvPr id="167" name="Content Placeholder 166">
            <a:extLst>
              <a:ext uri="{FF2B5EF4-FFF2-40B4-BE49-F238E27FC236}">
                <a16:creationId xmlns:a16="http://schemas.microsoft.com/office/drawing/2014/main" id="{0F0C4AA1-D058-4C4A-B731-90CBDE949EB4}"/>
              </a:ext>
            </a:extLst>
          </p:cNvPr>
          <p:cNvSpPr>
            <a:spLocks noGrp="1"/>
          </p:cNvSpPr>
          <p:nvPr>
            <p:ph sz="quarter" idx="37"/>
          </p:nvPr>
        </p:nvSpPr>
        <p:spPr>
          <a:xfrm>
            <a:off x="8169275" y="1735138"/>
            <a:ext cx="3565525" cy="4033837"/>
          </a:xfrm>
        </p:spPr>
        <p:txBody>
          <a:bodyPr/>
          <a:lstStyle/>
          <a:p>
            <a:r>
              <a:rPr lang="en-US" dirty="0"/>
              <a:t>Lorem ipsum dolor sit amet, consectetur adipiscing elit, sed do eiusmod tempor incididunt ut labore</a:t>
            </a:r>
            <a:br>
              <a:rPr lang="en-US" dirty="0"/>
            </a:br>
            <a:r>
              <a:rPr lang="en-US" dirty="0"/>
              <a:t>et dolore.</a:t>
            </a:r>
          </a:p>
        </p:txBody>
      </p:sp>
      <p:cxnSp>
        <p:nvCxnSpPr>
          <p:cNvPr id="14" name="Straight Connector 13">
            <a:extLst>
              <a:ext uri="{FF2B5EF4-FFF2-40B4-BE49-F238E27FC236}">
                <a16:creationId xmlns:a16="http://schemas.microsoft.com/office/drawing/2014/main" id="{26740816-99A9-8644-B5F0-492144E77D3A}"/>
              </a:ext>
            </a:extLst>
          </p:cNvPr>
          <p:cNvCxnSpPr>
            <a:cxnSpLocks/>
          </p:cNvCxnSpPr>
          <p:nvPr/>
        </p:nvCxnSpPr>
        <p:spPr>
          <a:xfrm>
            <a:off x="4067175" y="1239839"/>
            <a:ext cx="0" cy="446289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1E02D33-CFC4-234F-8F34-7418D8BD10B8}"/>
              </a:ext>
            </a:extLst>
          </p:cNvPr>
          <p:cNvCxnSpPr>
            <a:cxnSpLocks/>
          </p:cNvCxnSpPr>
          <p:nvPr/>
        </p:nvCxnSpPr>
        <p:spPr>
          <a:xfrm>
            <a:off x="7924800" y="1239839"/>
            <a:ext cx="0" cy="446289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336D070B-7001-4856-C6D8-8832926165B2}"/>
              </a:ext>
            </a:extLst>
          </p:cNvPr>
          <p:cNvSpPr>
            <a:spLocks noGrp="1"/>
          </p:cNvSpPr>
          <p:nvPr>
            <p:ph type="sldNum" sz="quarter" idx="4"/>
          </p:nvPr>
        </p:nvSpPr>
        <p:spPr/>
        <p:txBody>
          <a:bodyPr/>
          <a:lstStyle/>
          <a:p>
            <a:fld id="{C53E075B-3175-45CF-B3C7-FEDF3F5961E3}" type="slidenum">
              <a:rPr lang="en-US" smtClean="0"/>
              <a:pPr/>
              <a:t>22</a:t>
            </a:fld>
            <a:endParaRPr lang="en-US" dirty="0"/>
          </a:p>
        </p:txBody>
      </p:sp>
    </p:spTree>
    <p:extLst>
      <p:ext uri="{BB962C8B-B14F-4D97-AF65-F5344CB8AC3E}">
        <p14:creationId xmlns:p14="http://schemas.microsoft.com/office/powerpoint/2010/main" val="3376563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79BF34BA-4555-6748-A4AC-D08A3B0F80A8}"/>
              </a:ext>
            </a:extLst>
          </p:cNvPr>
          <p:cNvSpPr>
            <a:spLocks noGrp="1"/>
          </p:cNvSpPr>
          <p:nvPr>
            <p:ph type="title"/>
          </p:nvPr>
        </p:nvSpPr>
        <p:spPr/>
        <p:txBody>
          <a:bodyPr/>
          <a:lstStyle/>
          <a:p>
            <a:r>
              <a:rPr lang="en-US" dirty="0"/>
              <a:t>Comparison horizontal - dark </a:t>
            </a:r>
          </a:p>
        </p:txBody>
      </p:sp>
      <p:sp>
        <p:nvSpPr>
          <p:cNvPr id="5" name="Footer Placeholder 4">
            <a:extLst>
              <a:ext uri="{FF2B5EF4-FFF2-40B4-BE49-F238E27FC236}">
                <a16:creationId xmlns:a16="http://schemas.microsoft.com/office/drawing/2014/main" id="{2FDDB8FE-8301-0F42-B5A2-E7396DAAC120}"/>
              </a:ext>
            </a:extLst>
          </p:cNvPr>
          <p:cNvSpPr>
            <a:spLocks noGrp="1"/>
          </p:cNvSpPr>
          <p:nvPr>
            <p:ph type="ftr" sz="quarter" idx="3"/>
          </p:nvPr>
        </p:nvSpPr>
        <p:spPr/>
        <p:txBody>
          <a:bodyPr/>
          <a:lstStyle/>
          <a:p>
            <a:r>
              <a:rPr lang="en-US"/>
              <a:t>© 2023 Cognizant | Confidential &amp; Proprietary</a:t>
            </a:r>
            <a:endParaRPr lang="en-US" dirty="0"/>
          </a:p>
        </p:txBody>
      </p:sp>
      <p:sp>
        <p:nvSpPr>
          <p:cNvPr id="30" name="Text Placeholder 29">
            <a:extLst>
              <a:ext uri="{FF2B5EF4-FFF2-40B4-BE49-F238E27FC236}">
                <a16:creationId xmlns:a16="http://schemas.microsoft.com/office/drawing/2014/main" id="{AA4BA627-45B9-184D-B386-F29251E9AB28}"/>
              </a:ext>
            </a:extLst>
          </p:cNvPr>
          <p:cNvSpPr>
            <a:spLocks noGrp="1"/>
          </p:cNvSpPr>
          <p:nvPr>
            <p:ph type="body" idx="1"/>
          </p:nvPr>
        </p:nvSpPr>
        <p:spPr/>
        <p:txBody>
          <a:bodyPr/>
          <a:lstStyle/>
          <a:p>
            <a:r>
              <a:rPr lang="en-US" dirty="0"/>
              <a:t>Subtitle here</a:t>
            </a:r>
          </a:p>
        </p:txBody>
      </p:sp>
      <p:sp>
        <p:nvSpPr>
          <p:cNvPr id="31" name="Content Placeholder 30">
            <a:extLst>
              <a:ext uri="{FF2B5EF4-FFF2-40B4-BE49-F238E27FC236}">
                <a16:creationId xmlns:a16="http://schemas.microsoft.com/office/drawing/2014/main" id="{DDD5F392-B850-F245-8660-CDC5DD11447D}"/>
              </a:ext>
            </a:extLst>
          </p:cNvPr>
          <p:cNvSpPr>
            <a:spLocks noGrp="1"/>
          </p:cNvSpPr>
          <p:nvPr>
            <p:ph sz="half" idx="17"/>
          </p:nvPr>
        </p:nvSpPr>
        <p:spPr/>
        <p:txBody>
          <a:bodyPr/>
          <a:lstStyle/>
          <a:p>
            <a:r>
              <a:rPr lang="en-US" dirty="0"/>
              <a:t>Lorem ipsum dolor sit amet, consectetur adipiscing elit, sed do eiusmod tempor incididunt ut labore et dolore. Sit amet tellus cras adipiscing enim eu turpis. Pulvinar elementum integer enim neque volutpat ac. Nec tincidunt praesent semper feugiat nibh.</a:t>
            </a:r>
          </a:p>
        </p:txBody>
      </p:sp>
      <p:sp>
        <p:nvSpPr>
          <p:cNvPr id="32" name="Text Placeholder 31">
            <a:extLst>
              <a:ext uri="{FF2B5EF4-FFF2-40B4-BE49-F238E27FC236}">
                <a16:creationId xmlns:a16="http://schemas.microsoft.com/office/drawing/2014/main" id="{FD76D957-431F-8440-A5ED-F555FA5CE587}"/>
              </a:ext>
            </a:extLst>
          </p:cNvPr>
          <p:cNvSpPr>
            <a:spLocks noGrp="1"/>
          </p:cNvSpPr>
          <p:nvPr>
            <p:ph type="body" idx="18"/>
          </p:nvPr>
        </p:nvSpPr>
        <p:spPr/>
        <p:txBody>
          <a:bodyPr/>
          <a:lstStyle/>
          <a:p>
            <a:r>
              <a:rPr lang="en-US" dirty="0"/>
              <a:t>Subtitle here</a:t>
            </a:r>
          </a:p>
        </p:txBody>
      </p:sp>
      <p:sp>
        <p:nvSpPr>
          <p:cNvPr id="33" name="Content Placeholder 32">
            <a:extLst>
              <a:ext uri="{FF2B5EF4-FFF2-40B4-BE49-F238E27FC236}">
                <a16:creationId xmlns:a16="http://schemas.microsoft.com/office/drawing/2014/main" id="{BF315F3D-FAEE-3D49-9163-C5A4C99C7B11}"/>
              </a:ext>
            </a:extLst>
          </p:cNvPr>
          <p:cNvSpPr>
            <a:spLocks noGrp="1"/>
          </p:cNvSpPr>
          <p:nvPr>
            <p:ph sz="half" idx="19"/>
          </p:nvPr>
        </p:nvSpPr>
        <p:spPr/>
        <p:txBody>
          <a:bodyPr/>
          <a:lstStyle/>
          <a:p>
            <a:r>
              <a:rPr lang="en-US" dirty="0"/>
              <a:t>Lorem ipsum dolor sit amet, consectetur adipiscing elit, sed do eiusmod tempor incididunt ut labore et dolore. Sit amet tellus cras adipiscing enim eu turpis. Pulvinar elementum integer enim neque volutpat ac. Nec tincidunt praesent semper feugiat nibh.</a:t>
            </a:r>
          </a:p>
        </p:txBody>
      </p:sp>
      <p:sp>
        <p:nvSpPr>
          <p:cNvPr id="47" name="Text Placeholder 46">
            <a:extLst>
              <a:ext uri="{FF2B5EF4-FFF2-40B4-BE49-F238E27FC236}">
                <a16:creationId xmlns:a16="http://schemas.microsoft.com/office/drawing/2014/main" id="{CDDC74DC-9727-C44C-8F76-6BB659A1324A}"/>
              </a:ext>
            </a:extLst>
          </p:cNvPr>
          <p:cNvSpPr>
            <a:spLocks noGrp="1"/>
          </p:cNvSpPr>
          <p:nvPr>
            <p:ph type="body" idx="20"/>
          </p:nvPr>
        </p:nvSpPr>
        <p:spPr/>
        <p:txBody>
          <a:bodyPr/>
          <a:lstStyle/>
          <a:p>
            <a:r>
              <a:rPr lang="en-US" dirty="0"/>
              <a:t>Subtitle here</a:t>
            </a:r>
          </a:p>
        </p:txBody>
      </p:sp>
      <p:sp>
        <p:nvSpPr>
          <p:cNvPr id="48" name="Content Placeholder 47">
            <a:extLst>
              <a:ext uri="{FF2B5EF4-FFF2-40B4-BE49-F238E27FC236}">
                <a16:creationId xmlns:a16="http://schemas.microsoft.com/office/drawing/2014/main" id="{007E90D1-A873-3C43-B67A-310661036472}"/>
              </a:ext>
            </a:extLst>
          </p:cNvPr>
          <p:cNvSpPr>
            <a:spLocks noGrp="1"/>
          </p:cNvSpPr>
          <p:nvPr>
            <p:ph sz="half" idx="21"/>
          </p:nvPr>
        </p:nvSpPr>
        <p:spPr/>
        <p:txBody>
          <a:bodyPr/>
          <a:lstStyle/>
          <a:p>
            <a:r>
              <a:rPr lang="en-US" dirty="0"/>
              <a:t>Lorem ipsum dolor sit amet, consectetur adipiscing elit, sed do eiusmod tempor incididunt ut labore et dolore. Sit amet tellus cras adipiscing enim eu turpis. Pulvinar elementum integer enim neque volutpat ac. Nec tincidunt praesent semper feugiat nibh.</a:t>
            </a:r>
          </a:p>
        </p:txBody>
      </p:sp>
      <p:cxnSp>
        <p:nvCxnSpPr>
          <p:cNvPr id="59" name="Straight Connector 58">
            <a:extLst>
              <a:ext uri="{FF2B5EF4-FFF2-40B4-BE49-F238E27FC236}">
                <a16:creationId xmlns:a16="http://schemas.microsoft.com/office/drawing/2014/main" id="{CBD102EE-4D98-4749-B0C3-EEA7193BB6FA}"/>
              </a:ext>
            </a:extLst>
          </p:cNvPr>
          <p:cNvCxnSpPr>
            <a:cxnSpLocks/>
          </p:cNvCxnSpPr>
          <p:nvPr/>
        </p:nvCxnSpPr>
        <p:spPr>
          <a:xfrm>
            <a:off x="452438" y="1220507"/>
            <a:ext cx="2214230" cy="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E285B39-B05E-D545-B96B-BD9D02556C7C}"/>
              </a:ext>
            </a:extLst>
          </p:cNvPr>
          <p:cNvCxnSpPr>
            <a:cxnSpLocks/>
          </p:cNvCxnSpPr>
          <p:nvPr/>
        </p:nvCxnSpPr>
        <p:spPr>
          <a:xfrm>
            <a:off x="452438" y="2796323"/>
            <a:ext cx="2214230" cy="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EDDB61D-63B3-FA4F-801C-33E9AF35F14F}"/>
              </a:ext>
            </a:extLst>
          </p:cNvPr>
          <p:cNvCxnSpPr>
            <a:cxnSpLocks/>
          </p:cNvCxnSpPr>
          <p:nvPr/>
        </p:nvCxnSpPr>
        <p:spPr>
          <a:xfrm>
            <a:off x="452438" y="4396523"/>
            <a:ext cx="2214230" cy="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3539F74-4405-0544-B650-A0EB9D73E8A5}"/>
              </a:ext>
            </a:extLst>
          </p:cNvPr>
          <p:cNvCxnSpPr>
            <a:cxnSpLocks/>
          </p:cNvCxnSpPr>
          <p:nvPr/>
        </p:nvCxnSpPr>
        <p:spPr>
          <a:xfrm>
            <a:off x="3069721" y="1220507"/>
            <a:ext cx="7374759" cy="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182F631-8065-F042-A0BE-F24B01664196}"/>
              </a:ext>
            </a:extLst>
          </p:cNvPr>
          <p:cNvCxnSpPr>
            <a:cxnSpLocks/>
          </p:cNvCxnSpPr>
          <p:nvPr/>
        </p:nvCxnSpPr>
        <p:spPr>
          <a:xfrm>
            <a:off x="3069721" y="2796323"/>
            <a:ext cx="7374759" cy="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556D5EF-F30E-C744-98E4-FC74DD307554}"/>
              </a:ext>
            </a:extLst>
          </p:cNvPr>
          <p:cNvCxnSpPr>
            <a:cxnSpLocks/>
          </p:cNvCxnSpPr>
          <p:nvPr/>
        </p:nvCxnSpPr>
        <p:spPr>
          <a:xfrm>
            <a:off x="3069721" y="4396523"/>
            <a:ext cx="7374759" cy="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7EF0C888-A21D-F9C6-F1AC-8B10BEF38056}"/>
              </a:ext>
            </a:extLst>
          </p:cNvPr>
          <p:cNvSpPr>
            <a:spLocks noGrp="1"/>
          </p:cNvSpPr>
          <p:nvPr>
            <p:ph type="sldNum" sz="quarter" idx="4"/>
          </p:nvPr>
        </p:nvSpPr>
        <p:spPr/>
        <p:txBody>
          <a:bodyPr/>
          <a:lstStyle/>
          <a:p>
            <a:fld id="{C53E075B-3175-45CF-B3C7-FEDF3F5961E3}" type="slidenum">
              <a:rPr lang="en-US" smtClean="0"/>
              <a:pPr/>
              <a:t>23</a:t>
            </a:fld>
            <a:endParaRPr lang="en-US" dirty="0"/>
          </a:p>
        </p:txBody>
      </p:sp>
    </p:spTree>
    <p:extLst>
      <p:ext uri="{BB962C8B-B14F-4D97-AF65-F5344CB8AC3E}">
        <p14:creationId xmlns:p14="http://schemas.microsoft.com/office/powerpoint/2010/main" val="671259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6B84C23-10A2-644D-B578-B55010DD8D42}"/>
              </a:ext>
            </a:extLst>
          </p:cNvPr>
          <p:cNvSpPr>
            <a:spLocks noGrp="1"/>
          </p:cNvSpPr>
          <p:nvPr>
            <p:ph type="ftr" sz="quarter" idx="11"/>
          </p:nvPr>
        </p:nvSpPr>
        <p:spPr/>
        <p:txBody>
          <a:bodyPr/>
          <a:lstStyle/>
          <a:p>
            <a:r>
              <a:rPr lang="en-US"/>
              <a:t>© 2023 Cognizant | Confidential &amp; Proprietary</a:t>
            </a:r>
            <a:endParaRPr lang="en-US" dirty="0"/>
          </a:p>
        </p:txBody>
      </p:sp>
      <p:sp>
        <p:nvSpPr>
          <p:cNvPr id="16" name="Text Placeholder 2">
            <a:extLst>
              <a:ext uri="{FF2B5EF4-FFF2-40B4-BE49-F238E27FC236}">
                <a16:creationId xmlns:a16="http://schemas.microsoft.com/office/drawing/2014/main" id="{B8B49A24-9F6F-4843-829C-05A84DB5A115}"/>
              </a:ext>
            </a:extLst>
          </p:cNvPr>
          <p:cNvSpPr>
            <a:spLocks noGrp="1"/>
          </p:cNvSpPr>
          <p:nvPr>
            <p:ph type="body" sz="quarter" idx="13"/>
          </p:nvPr>
        </p:nvSpPr>
        <p:spPr/>
        <p:txBody>
          <a:bodyPr/>
          <a:lstStyle/>
          <a:p>
            <a:r>
              <a:rPr lang="en-US" dirty="0"/>
              <a:t>Attributor name is 16pt Arial</a:t>
            </a:r>
          </a:p>
        </p:txBody>
      </p:sp>
      <p:sp>
        <p:nvSpPr>
          <p:cNvPr id="17" name="Title 1">
            <a:extLst>
              <a:ext uri="{FF2B5EF4-FFF2-40B4-BE49-F238E27FC236}">
                <a16:creationId xmlns:a16="http://schemas.microsoft.com/office/drawing/2014/main" id="{C614AEA4-C4F0-724A-A9B2-7E0A1A68DFB3}"/>
              </a:ext>
            </a:extLst>
          </p:cNvPr>
          <p:cNvSpPr>
            <a:spLocks noGrp="1"/>
          </p:cNvSpPr>
          <p:nvPr>
            <p:ph type="ctrTitle"/>
          </p:nvPr>
        </p:nvSpPr>
        <p:spPr/>
        <p:txBody>
          <a:bodyPr/>
          <a:lstStyle/>
          <a:p>
            <a:r>
              <a:rPr lang="en-US" dirty="0"/>
              <a:t>Statement or quote will go here</a:t>
            </a:r>
            <a:br>
              <a:rPr lang="en-US" dirty="0"/>
            </a:br>
            <a:r>
              <a:rPr lang="en-US" dirty="0"/>
              <a:t>in Arial 36pt bold.</a:t>
            </a:r>
          </a:p>
        </p:txBody>
      </p:sp>
      <p:sp>
        <p:nvSpPr>
          <p:cNvPr id="3" name="Slide Number Placeholder 2">
            <a:extLst>
              <a:ext uri="{FF2B5EF4-FFF2-40B4-BE49-F238E27FC236}">
                <a16:creationId xmlns:a16="http://schemas.microsoft.com/office/drawing/2014/main" id="{2C6BF5B1-71E7-876F-207D-25B5BFA0BD72}"/>
              </a:ext>
            </a:extLst>
          </p:cNvPr>
          <p:cNvSpPr>
            <a:spLocks noGrp="1"/>
          </p:cNvSpPr>
          <p:nvPr>
            <p:ph type="sldNum" sz="quarter" idx="12"/>
          </p:nvPr>
        </p:nvSpPr>
        <p:spPr/>
        <p:txBody>
          <a:bodyPr/>
          <a:lstStyle/>
          <a:p>
            <a:fld id="{C53E075B-3175-45CF-B3C7-FEDF3F5961E3}" type="slidenum">
              <a:rPr lang="en-US" smtClean="0"/>
              <a:pPr/>
              <a:t>24</a:t>
            </a:fld>
            <a:endParaRPr lang="en-US" dirty="0"/>
          </a:p>
        </p:txBody>
      </p:sp>
    </p:spTree>
    <p:extLst>
      <p:ext uri="{BB962C8B-B14F-4D97-AF65-F5344CB8AC3E}">
        <p14:creationId xmlns:p14="http://schemas.microsoft.com/office/powerpoint/2010/main" val="2858649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a:extLst>
              <a:ext uri="{FF2B5EF4-FFF2-40B4-BE49-F238E27FC236}">
                <a16:creationId xmlns:a16="http://schemas.microsoft.com/office/drawing/2014/main" id="{1D995F53-17FC-DD47-938A-8080EE7EB915}"/>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300" r="300"/>
          <a:stretch/>
        </p:blipFill>
        <p:spPr/>
      </p:pic>
      <p:sp>
        <p:nvSpPr>
          <p:cNvPr id="9" name="Footer Placeholder 1">
            <a:extLst>
              <a:ext uri="{FF2B5EF4-FFF2-40B4-BE49-F238E27FC236}">
                <a16:creationId xmlns:a16="http://schemas.microsoft.com/office/drawing/2014/main" id="{5E58AC54-16D8-3C4C-9503-6E7F6CABEC67}"/>
              </a:ext>
            </a:extLst>
          </p:cNvPr>
          <p:cNvSpPr>
            <a:spLocks noGrp="1"/>
          </p:cNvSpPr>
          <p:nvPr>
            <p:ph type="ftr" sz="quarter" idx="11"/>
          </p:nvPr>
        </p:nvSpPr>
        <p:spPr>
          <a:xfrm>
            <a:off x="1042416" y="6263640"/>
            <a:ext cx="1816531" cy="365125"/>
          </a:xfrm>
        </p:spPr>
        <p:txBody>
          <a:bodyPr/>
          <a:lstStyle/>
          <a:p>
            <a:r>
              <a:rPr lang="en-US"/>
              <a:t>© 2023 Cognizant | Confidential &amp; Proprietary</a:t>
            </a:r>
            <a:endParaRPr lang="en-US" dirty="0"/>
          </a:p>
        </p:txBody>
      </p:sp>
      <p:sp>
        <p:nvSpPr>
          <p:cNvPr id="19" name="Text Placeholder 18">
            <a:extLst>
              <a:ext uri="{FF2B5EF4-FFF2-40B4-BE49-F238E27FC236}">
                <a16:creationId xmlns:a16="http://schemas.microsoft.com/office/drawing/2014/main" id="{1AD9C71A-0286-734E-8296-D667F516A3D1}"/>
              </a:ext>
            </a:extLst>
          </p:cNvPr>
          <p:cNvSpPr>
            <a:spLocks noGrp="1"/>
          </p:cNvSpPr>
          <p:nvPr>
            <p:ph type="body" sz="quarter" idx="21"/>
          </p:nvPr>
        </p:nvSpPr>
        <p:spPr/>
        <p:txBody>
          <a:bodyPr/>
          <a:lstStyle/>
          <a:p>
            <a:r>
              <a:rPr lang="en-US" dirty="0"/>
              <a:t>Lorem ipsum dolor sit amet, consectetur adipiscing elit, sed do eiusmod tempor incididunt ut labore et dolore. Sit amet tellus cras adipiscing enim eu turpis. Pulvinar elementum integer enim neque volutpat ac. Nec tincidunt praesent semper.</a:t>
            </a:r>
          </a:p>
        </p:txBody>
      </p:sp>
      <p:sp>
        <p:nvSpPr>
          <p:cNvPr id="8" name="Title 7">
            <a:extLst>
              <a:ext uri="{FF2B5EF4-FFF2-40B4-BE49-F238E27FC236}">
                <a16:creationId xmlns:a16="http://schemas.microsoft.com/office/drawing/2014/main" id="{A0DD46AE-59C2-F456-55B2-0FD2C5440EED}"/>
              </a:ext>
            </a:extLst>
          </p:cNvPr>
          <p:cNvSpPr>
            <a:spLocks noGrp="1"/>
          </p:cNvSpPr>
          <p:nvPr>
            <p:ph type="title"/>
          </p:nvPr>
        </p:nvSpPr>
        <p:spPr/>
        <p:txBody>
          <a:bodyPr/>
          <a:lstStyle/>
          <a:p>
            <a:r>
              <a:rPr lang="en-US" dirty="0"/>
              <a:t>Half-image</a:t>
            </a:r>
            <a:br>
              <a:rPr lang="en-US" dirty="0"/>
            </a:br>
            <a:endParaRPr lang="en-US" dirty="0"/>
          </a:p>
        </p:txBody>
      </p:sp>
      <p:sp>
        <p:nvSpPr>
          <p:cNvPr id="3" name="Slide Number Placeholder 2">
            <a:extLst>
              <a:ext uri="{FF2B5EF4-FFF2-40B4-BE49-F238E27FC236}">
                <a16:creationId xmlns:a16="http://schemas.microsoft.com/office/drawing/2014/main" id="{9FDEC428-3C3B-8BA5-8B4D-CE90AD60F42F}"/>
              </a:ext>
            </a:extLst>
          </p:cNvPr>
          <p:cNvSpPr>
            <a:spLocks noGrp="1"/>
          </p:cNvSpPr>
          <p:nvPr>
            <p:ph type="sldNum" sz="quarter" idx="10"/>
          </p:nvPr>
        </p:nvSpPr>
        <p:spPr/>
        <p:txBody>
          <a:bodyPr/>
          <a:lstStyle/>
          <a:p>
            <a:fld id="{C53E075B-3175-45CF-B3C7-FEDF3F5961E3}" type="slidenum">
              <a:rPr lang="en-US" smtClean="0"/>
              <a:pPr/>
              <a:t>25</a:t>
            </a:fld>
            <a:endParaRPr lang="en-US" dirty="0"/>
          </a:p>
        </p:txBody>
      </p:sp>
    </p:spTree>
    <p:extLst>
      <p:ext uri="{BB962C8B-B14F-4D97-AF65-F5344CB8AC3E}">
        <p14:creationId xmlns:p14="http://schemas.microsoft.com/office/powerpoint/2010/main" val="973416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a:extLst>
              <a:ext uri="{FF2B5EF4-FFF2-40B4-BE49-F238E27FC236}">
                <a16:creationId xmlns:a16="http://schemas.microsoft.com/office/drawing/2014/main" id="{1D995F53-17FC-DD47-938A-8080EE7EB915}"/>
              </a:ext>
            </a:extLst>
          </p:cNvPr>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rcRect l="300" r="300"/>
          <a:stretch/>
        </p:blipFill>
        <p:spPr/>
      </p:pic>
      <p:sp>
        <p:nvSpPr>
          <p:cNvPr id="9" name="Footer Placeholder 1">
            <a:extLst>
              <a:ext uri="{FF2B5EF4-FFF2-40B4-BE49-F238E27FC236}">
                <a16:creationId xmlns:a16="http://schemas.microsoft.com/office/drawing/2014/main" id="{5E58AC54-16D8-3C4C-9503-6E7F6CABEC67}"/>
              </a:ext>
            </a:extLst>
          </p:cNvPr>
          <p:cNvSpPr>
            <a:spLocks noGrp="1"/>
          </p:cNvSpPr>
          <p:nvPr>
            <p:ph type="ftr" sz="quarter" idx="11"/>
          </p:nvPr>
        </p:nvSpPr>
        <p:spPr>
          <a:xfrm>
            <a:off x="1042416" y="6263640"/>
            <a:ext cx="1816531" cy="365125"/>
          </a:xfrm>
        </p:spPr>
        <p:txBody>
          <a:bodyPr/>
          <a:lstStyle/>
          <a:p>
            <a:r>
              <a:rPr lang="en-US"/>
              <a:t>© 2023 Cognizant | Confidential &amp; Proprietary</a:t>
            </a:r>
            <a:endParaRPr lang="en-US" dirty="0"/>
          </a:p>
        </p:txBody>
      </p:sp>
      <p:sp>
        <p:nvSpPr>
          <p:cNvPr id="19" name="Text Placeholder 18">
            <a:extLst>
              <a:ext uri="{FF2B5EF4-FFF2-40B4-BE49-F238E27FC236}">
                <a16:creationId xmlns:a16="http://schemas.microsoft.com/office/drawing/2014/main" id="{1AD9C71A-0286-734E-8296-D667F516A3D1}"/>
              </a:ext>
            </a:extLst>
          </p:cNvPr>
          <p:cNvSpPr>
            <a:spLocks noGrp="1"/>
          </p:cNvSpPr>
          <p:nvPr>
            <p:ph sz="quarter" idx="21"/>
          </p:nvPr>
        </p:nvSpPr>
        <p:spPr/>
        <p:txBody>
          <a:bodyPr/>
          <a:lstStyle/>
          <a:p>
            <a:r>
              <a:rPr lang="en-US" dirty="0"/>
              <a:t>Lorem ipsum dolor sit amet, consectetur adipiscing elit, sed do eiusmod tempor incididunt ut labore et dolore. Sit amet tellus cras adipiscing enim eu turpis. Pulvinar elementum integer enim neque volutpat ac. Nec tincidunt praesent semper.</a:t>
            </a:r>
          </a:p>
        </p:txBody>
      </p:sp>
      <p:sp>
        <p:nvSpPr>
          <p:cNvPr id="8" name="Title 7">
            <a:extLst>
              <a:ext uri="{FF2B5EF4-FFF2-40B4-BE49-F238E27FC236}">
                <a16:creationId xmlns:a16="http://schemas.microsoft.com/office/drawing/2014/main" id="{A0DD46AE-59C2-F456-55B2-0FD2C5440EED}"/>
              </a:ext>
            </a:extLst>
          </p:cNvPr>
          <p:cNvSpPr>
            <a:spLocks noGrp="1"/>
          </p:cNvSpPr>
          <p:nvPr>
            <p:ph type="title"/>
          </p:nvPr>
        </p:nvSpPr>
        <p:spPr/>
        <p:txBody>
          <a:bodyPr/>
          <a:lstStyle/>
          <a:p>
            <a:r>
              <a:rPr lang="en-US" dirty="0"/>
              <a:t>Half-image</a:t>
            </a:r>
            <a:br>
              <a:rPr lang="en-US" dirty="0"/>
            </a:br>
            <a:endParaRPr lang="en-US" dirty="0"/>
          </a:p>
        </p:txBody>
      </p:sp>
      <p:sp>
        <p:nvSpPr>
          <p:cNvPr id="3" name="Slide Number Placeholder 2">
            <a:extLst>
              <a:ext uri="{FF2B5EF4-FFF2-40B4-BE49-F238E27FC236}">
                <a16:creationId xmlns:a16="http://schemas.microsoft.com/office/drawing/2014/main" id="{899ADF03-EEC1-E31E-AA5D-C3DAF55FFF5E}"/>
              </a:ext>
            </a:extLst>
          </p:cNvPr>
          <p:cNvSpPr>
            <a:spLocks noGrp="1"/>
          </p:cNvSpPr>
          <p:nvPr>
            <p:ph type="sldNum" sz="quarter" idx="10"/>
          </p:nvPr>
        </p:nvSpPr>
        <p:spPr/>
        <p:txBody>
          <a:bodyPr/>
          <a:lstStyle/>
          <a:p>
            <a:fld id="{C53E075B-3175-45CF-B3C7-FEDF3F5961E3}" type="slidenum">
              <a:rPr lang="en-US" smtClean="0"/>
              <a:pPr/>
              <a:t>26</a:t>
            </a:fld>
            <a:endParaRPr lang="en-US" dirty="0"/>
          </a:p>
        </p:txBody>
      </p:sp>
    </p:spTree>
    <p:extLst>
      <p:ext uri="{BB962C8B-B14F-4D97-AF65-F5344CB8AC3E}">
        <p14:creationId xmlns:p14="http://schemas.microsoft.com/office/powerpoint/2010/main" val="3511251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8A15DAF3-3C9A-8B4B-8699-0147E741D554}"/>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2151" b="2151"/>
          <a:stretch/>
        </p:blipFill>
        <p:spPr/>
      </p:pic>
    </p:spTree>
    <p:extLst>
      <p:ext uri="{BB962C8B-B14F-4D97-AF65-F5344CB8AC3E}">
        <p14:creationId xmlns:p14="http://schemas.microsoft.com/office/powerpoint/2010/main" val="3176592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7F02B611-2C2D-0945-8C00-7F054923EDD7}"/>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381" r="381"/>
          <a:stretch/>
        </p:blipFill>
        <p:spPr/>
      </p:pic>
      <p:pic>
        <p:nvPicPr>
          <p:cNvPr id="8" name="Picture Placeholder 7">
            <a:extLst>
              <a:ext uri="{FF2B5EF4-FFF2-40B4-BE49-F238E27FC236}">
                <a16:creationId xmlns:a16="http://schemas.microsoft.com/office/drawing/2014/main" id="{5C21370A-8924-0F44-BD3F-64FDBAC0311C}"/>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300" r="300"/>
          <a:stretch/>
        </p:blipFill>
        <p:spPr/>
      </p:pic>
    </p:spTree>
    <p:extLst>
      <p:ext uri="{BB962C8B-B14F-4D97-AF65-F5344CB8AC3E}">
        <p14:creationId xmlns:p14="http://schemas.microsoft.com/office/powerpoint/2010/main" val="1497815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1BFE7-BFFD-0745-92C0-7A3615578843}"/>
              </a:ext>
            </a:extLst>
          </p:cNvPr>
          <p:cNvSpPr>
            <a:spLocks noGrp="1"/>
          </p:cNvSpPr>
          <p:nvPr>
            <p:ph type="title"/>
          </p:nvPr>
        </p:nvSpPr>
        <p:spPr>
          <a:xfrm>
            <a:off x="457198" y="557784"/>
            <a:ext cx="10808209" cy="307777"/>
          </a:xfrm>
        </p:spPr>
        <p:txBody>
          <a:bodyPr/>
          <a:lstStyle/>
          <a:p>
            <a:r>
              <a:rPr lang="en-US" dirty="0"/>
              <a:t>Charts</a:t>
            </a:r>
          </a:p>
        </p:txBody>
      </p:sp>
      <p:sp>
        <p:nvSpPr>
          <p:cNvPr id="3" name="TextBox 2">
            <a:extLst>
              <a:ext uri="{FF2B5EF4-FFF2-40B4-BE49-F238E27FC236}">
                <a16:creationId xmlns:a16="http://schemas.microsoft.com/office/drawing/2014/main" id="{09FE5828-E603-DB14-0840-C30E4A7EE4FC}"/>
              </a:ext>
            </a:extLst>
          </p:cNvPr>
          <p:cNvSpPr txBox="1"/>
          <p:nvPr/>
        </p:nvSpPr>
        <p:spPr>
          <a:xfrm>
            <a:off x="736880" y="1915133"/>
            <a:ext cx="3907536" cy="276999"/>
          </a:xfrm>
          <a:prstGeom prst="rect">
            <a:avLst/>
          </a:prstGeom>
          <a:noFill/>
        </p:spPr>
        <p:txBody>
          <a:bodyPr wrap="square">
            <a:spAutoFit/>
          </a:bodyPr>
          <a:lstStyle/>
          <a:p>
            <a:r>
              <a:rPr lang="en-US" sz="1200" b="1" dirty="0"/>
              <a:t>Vertical bars 1 on light</a:t>
            </a:r>
          </a:p>
        </p:txBody>
      </p:sp>
      <p:sp>
        <p:nvSpPr>
          <p:cNvPr id="9" name="Rectangle 8">
            <a:extLst>
              <a:ext uri="{FF2B5EF4-FFF2-40B4-BE49-F238E27FC236}">
                <a16:creationId xmlns:a16="http://schemas.microsoft.com/office/drawing/2014/main" id="{555C1D43-1FC2-D869-E541-61D65FE28D11}"/>
              </a:ext>
            </a:extLst>
          </p:cNvPr>
          <p:cNvSpPr/>
          <p:nvPr/>
        </p:nvSpPr>
        <p:spPr>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hart 3">
            <a:extLst>
              <a:ext uri="{FF2B5EF4-FFF2-40B4-BE49-F238E27FC236}">
                <a16:creationId xmlns:a16="http://schemas.microsoft.com/office/drawing/2014/main" id="{4F412E90-5265-0902-FF62-2FED46E3602B}"/>
              </a:ext>
            </a:extLst>
          </p:cNvPr>
          <p:cNvGraphicFramePr/>
          <p:nvPr>
            <p:extLst>
              <p:ext uri="{D42A27DB-BD31-4B8C-83A1-F6EECF244321}">
                <p14:modId xmlns:p14="http://schemas.microsoft.com/office/powerpoint/2010/main" val="108335438"/>
              </p:ext>
            </p:extLst>
          </p:nvPr>
        </p:nvGraphicFramePr>
        <p:xfrm>
          <a:off x="457199" y="2450769"/>
          <a:ext cx="4637315" cy="30806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93576EB4-27B0-997C-3748-BA078CF148CE}"/>
              </a:ext>
            </a:extLst>
          </p:cNvPr>
          <p:cNvGraphicFramePr/>
          <p:nvPr>
            <p:extLst>
              <p:ext uri="{D42A27DB-BD31-4B8C-83A1-F6EECF244321}">
                <p14:modId xmlns:p14="http://schemas.microsoft.com/office/powerpoint/2010/main" val="2016821112"/>
              </p:ext>
            </p:extLst>
          </p:nvPr>
        </p:nvGraphicFramePr>
        <p:xfrm>
          <a:off x="6628092" y="2450769"/>
          <a:ext cx="4637315" cy="3080658"/>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95C12143-2C1D-A14F-08D7-4554E2542127}"/>
              </a:ext>
            </a:extLst>
          </p:cNvPr>
          <p:cNvSpPr txBox="1"/>
          <p:nvPr/>
        </p:nvSpPr>
        <p:spPr>
          <a:xfrm>
            <a:off x="6893840" y="1915133"/>
            <a:ext cx="3907536" cy="276999"/>
          </a:xfrm>
          <a:prstGeom prst="rect">
            <a:avLst/>
          </a:prstGeom>
          <a:noFill/>
        </p:spPr>
        <p:txBody>
          <a:bodyPr wrap="square">
            <a:spAutoFit/>
          </a:bodyPr>
          <a:lstStyle/>
          <a:p>
            <a:r>
              <a:rPr lang="en-US" sz="1200" b="1" dirty="0">
                <a:solidFill>
                  <a:schemeClr val="bg2">
                    <a:lumMod val="95000"/>
                  </a:schemeClr>
                </a:solidFill>
              </a:rPr>
              <a:t>Vertical bars 1 on light</a:t>
            </a:r>
          </a:p>
        </p:txBody>
      </p:sp>
      <p:sp>
        <p:nvSpPr>
          <p:cNvPr id="7" name="Footer Placeholder 6">
            <a:extLst>
              <a:ext uri="{FF2B5EF4-FFF2-40B4-BE49-F238E27FC236}">
                <a16:creationId xmlns:a16="http://schemas.microsoft.com/office/drawing/2014/main" id="{32914212-FD7C-68FA-D7FF-33A019F01AED}"/>
              </a:ext>
            </a:extLst>
          </p:cNvPr>
          <p:cNvSpPr>
            <a:spLocks noGrp="1"/>
          </p:cNvSpPr>
          <p:nvPr>
            <p:ph type="ftr" sz="quarter" idx="3"/>
          </p:nvPr>
        </p:nvSpPr>
        <p:spPr/>
        <p:txBody>
          <a:bodyPr/>
          <a:lstStyle/>
          <a:p>
            <a:r>
              <a:rPr lang="en-US"/>
              <a:t>© 2023 Cognizant | Confidential &amp; Proprietary</a:t>
            </a:r>
            <a:endParaRPr lang="en-US" dirty="0"/>
          </a:p>
        </p:txBody>
      </p:sp>
      <p:sp>
        <p:nvSpPr>
          <p:cNvPr id="8" name="Slide Number Placeholder 7">
            <a:extLst>
              <a:ext uri="{FF2B5EF4-FFF2-40B4-BE49-F238E27FC236}">
                <a16:creationId xmlns:a16="http://schemas.microsoft.com/office/drawing/2014/main" id="{CC62D7B3-B913-6440-D8BC-72867B33AFAF}"/>
              </a:ext>
            </a:extLst>
          </p:cNvPr>
          <p:cNvSpPr>
            <a:spLocks noGrp="1"/>
          </p:cNvSpPr>
          <p:nvPr>
            <p:ph type="sldNum" sz="quarter" idx="4"/>
          </p:nvPr>
        </p:nvSpPr>
        <p:spPr/>
        <p:txBody>
          <a:bodyPr/>
          <a:lstStyle/>
          <a:p>
            <a:fld id="{C53E075B-3175-45CF-B3C7-FEDF3F5961E3}" type="slidenum">
              <a:rPr lang="en-US" smtClean="0"/>
              <a:pPr/>
              <a:t>29</a:t>
            </a:fld>
            <a:endParaRPr lang="en-US" dirty="0"/>
          </a:p>
        </p:txBody>
      </p:sp>
    </p:spTree>
    <p:extLst>
      <p:ext uri="{BB962C8B-B14F-4D97-AF65-F5344CB8AC3E}">
        <p14:creationId xmlns:p14="http://schemas.microsoft.com/office/powerpoint/2010/main" val="1608138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1BFE7-BFFD-0745-92C0-7A3615578843}"/>
              </a:ext>
            </a:extLst>
          </p:cNvPr>
          <p:cNvSpPr>
            <a:spLocks noGrp="1"/>
          </p:cNvSpPr>
          <p:nvPr>
            <p:ph type="title"/>
          </p:nvPr>
        </p:nvSpPr>
        <p:spPr>
          <a:xfrm>
            <a:off x="457198" y="557784"/>
            <a:ext cx="10808209" cy="307777"/>
          </a:xfrm>
        </p:spPr>
        <p:txBody>
          <a:bodyPr/>
          <a:lstStyle/>
          <a:p>
            <a:r>
              <a:rPr lang="en-US" dirty="0"/>
              <a:t>Charts</a:t>
            </a:r>
          </a:p>
        </p:txBody>
      </p:sp>
      <p:graphicFrame>
        <p:nvGraphicFramePr>
          <p:cNvPr id="13" name="Chart 12">
            <a:extLst>
              <a:ext uri="{FF2B5EF4-FFF2-40B4-BE49-F238E27FC236}">
                <a16:creationId xmlns:a16="http://schemas.microsoft.com/office/drawing/2014/main" id="{FCDB0DC1-9DB0-D645-B5D0-FCCDBCDAA329}"/>
              </a:ext>
            </a:extLst>
          </p:cNvPr>
          <p:cNvGraphicFramePr/>
          <p:nvPr>
            <p:extLst>
              <p:ext uri="{D42A27DB-BD31-4B8C-83A1-F6EECF244321}">
                <p14:modId xmlns:p14="http://schemas.microsoft.com/office/powerpoint/2010/main" val="2393933951"/>
              </p:ext>
            </p:extLst>
          </p:nvPr>
        </p:nvGraphicFramePr>
        <p:xfrm>
          <a:off x="634994" y="2404003"/>
          <a:ext cx="4351534" cy="3472088"/>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09FE5828-E603-DB14-0840-C30E4A7EE4FC}"/>
              </a:ext>
            </a:extLst>
          </p:cNvPr>
          <p:cNvSpPr txBox="1"/>
          <p:nvPr/>
        </p:nvSpPr>
        <p:spPr>
          <a:xfrm>
            <a:off x="950240" y="1918729"/>
            <a:ext cx="3907536" cy="276999"/>
          </a:xfrm>
          <a:prstGeom prst="rect">
            <a:avLst/>
          </a:prstGeom>
          <a:noFill/>
        </p:spPr>
        <p:txBody>
          <a:bodyPr wrap="square">
            <a:spAutoFit/>
          </a:bodyPr>
          <a:lstStyle/>
          <a:p>
            <a:r>
              <a:rPr lang="en-US" sz="1200" b="1" dirty="0"/>
              <a:t>Vertical stacked bars on light</a:t>
            </a:r>
          </a:p>
        </p:txBody>
      </p:sp>
      <p:sp>
        <p:nvSpPr>
          <p:cNvPr id="9" name="Rectangle 8">
            <a:extLst>
              <a:ext uri="{FF2B5EF4-FFF2-40B4-BE49-F238E27FC236}">
                <a16:creationId xmlns:a16="http://schemas.microsoft.com/office/drawing/2014/main" id="{555C1D43-1FC2-D869-E541-61D65FE28D11}"/>
              </a:ext>
            </a:extLst>
          </p:cNvPr>
          <p:cNvSpPr/>
          <p:nvPr/>
        </p:nvSpPr>
        <p:spPr>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Chart 9">
            <a:extLst>
              <a:ext uri="{FF2B5EF4-FFF2-40B4-BE49-F238E27FC236}">
                <a16:creationId xmlns:a16="http://schemas.microsoft.com/office/drawing/2014/main" id="{483FCCB4-AA05-E63D-21CF-E2617CC8261C}"/>
              </a:ext>
            </a:extLst>
          </p:cNvPr>
          <p:cNvGraphicFramePr/>
          <p:nvPr>
            <p:extLst>
              <p:ext uri="{D42A27DB-BD31-4B8C-83A1-F6EECF244321}">
                <p14:modId xmlns:p14="http://schemas.microsoft.com/office/powerpoint/2010/main" val="1604359603"/>
              </p:ext>
            </p:extLst>
          </p:nvPr>
        </p:nvGraphicFramePr>
        <p:xfrm>
          <a:off x="6840722" y="2404003"/>
          <a:ext cx="4351534" cy="3472088"/>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6C1483AF-14E0-2761-84FE-4BE43DEF37AD}"/>
              </a:ext>
            </a:extLst>
          </p:cNvPr>
          <p:cNvSpPr txBox="1"/>
          <p:nvPr/>
        </p:nvSpPr>
        <p:spPr>
          <a:xfrm>
            <a:off x="7155968" y="1918729"/>
            <a:ext cx="3907536" cy="276999"/>
          </a:xfrm>
          <a:prstGeom prst="rect">
            <a:avLst/>
          </a:prstGeom>
          <a:noFill/>
        </p:spPr>
        <p:txBody>
          <a:bodyPr wrap="square">
            <a:spAutoFit/>
          </a:bodyPr>
          <a:lstStyle/>
          <a:p>
            <a:r>
              <a:rPr lang="en-US" sz="1200" b="1" dirty="0">
                <a:solidFill>
                  <a:schemeClr val="bg2"/>
                </a:solidFill>
              </a:rPr>
              <a:t>Vertical stacked bars on dark</a:t>
            </a:r>
          </a:p>
        </p:txBody>
      </p:sp>
      <p:sp>
        <p:nvSpPr>
          <p:cNvPr id="4" name="Footer Placeholder 3">
            <a:extLst>
              <a:ext uri="{FF2B5EF4-FFF2-40B4-BE49-F238E27FC236}">
                <a16:creationId xmlns:a16="http://schemas.microsoft.com/office/drawing/2014/main" id="{13B02808-0716-1A04-7DA8-FC0AB01AC9A8}"/>
              </a:ext>
            </a:extLst>
          </p:cNvPr>
          <p:cNvSpPr>
            <a:spLocks noGrp="1"/>
          </p:cNvSpPr>
          <p:nvPr>
            <p:ph type="ftr" sz="quarter" idx="3"/>
          </p:nvPr>
        </p:nvSpPr>
        <p:spPr/>
        <p:txBody>
          <a:bodyPr/>
          <a:lstStyle/>
          <a:p>
            <a:r>
              <a:rPr lang="en-US"/>
              <a:t>© 2023 Cognizant | Confidential &amp; Proprietary</a:t>
            </a:r>
            <a:endParaRPr lang="en-US" dirty="0"/>
          </a:p>
        </p:txBody>
      </p:sp>
      <p:sp>
        <p:nvSpPr>
          <p:cNvPr id="5" name="Slide Number Placeholder 4">
            <a:extLst>
              <a:ext uri="{FF2B5EF4-FFF2-40B4-BE49-F238E27FC236}">
                <a16:creationId xmlns:a16="http://schemas.microsoft.com/office/drawing/2014/main" id="{D8577C6C-3F78-B8B6-89F5-091ACF1BD206}"/>
              </a:ext>
            </a:extLst>
          </p:cNvPr>
          <p:cNvSpPr>
            <a:spLocks noGrp="1"/>
          </p:cNvSpPr>
          <p:nvPr>
            <p:ph type="sldNum" sz="quarter" idx="4"/>
          </p:nvPr>
        </p:nvSpPr>
        <p:spPr/>
        <p:txBody>
          <a:bodyPr/>
          <a:lstStyle/>
          <a:p>
            <a:fld id="{C53E075B-3175-45CF-B3C7-FEDF3F5961E3}" type="slidenum">
              <a:rPr lang="en-US" smtClean="0"/>
              <a:pPr/>
              <a:t>30</a:t>
            </a:fld>
            <a:endParaRPr lang="en-US" dirty="0"/>
          </a:p>
        </p:txBody>
      </p:sp>
    </p:spTree>
    <p:extLst>
      <p:ext uri="{BB962C8B-B14F-4D97-AF65-F5344CB8AC3E}">
        <p14:creationId xmlns:p14="http://schemas.microsoft.com/office/powerpoint/2010/main" val="3518564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5A6236D-EBFB-0D75-892D-8ED55D81751C}"/>
              </a:ext>
            </a:extLst>
          </p:cNvPr>
          <p:cNvSpPr/>
          <p:nvPr/>
        </p:nvSpPr>
        <p:spPr>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285CFD-8A77-1544-B303-E7F91A73D9CD}"/>
              </a:ext>
            </a:extLst>
          </p:cNvPr>
          <p:cNvSpPr>
            <a:spLocks noGrp="1"/>
          </p:cNvSpPr>
          <p:nvPr>
            <p:ph type="title"/>
          </p:nvPr>
        </p:nvSpPr>
        <p:spPr/>
        <p:txBody>
          <a:bodyPr/>
          <a:lstStyle/>
          <a:p>
            <a:r>
              <a:rPr lang="en-US" dirty="0"/>
              <a:t>Charts</a:t>
            </a:r>
          </a:p>
        </p:txBody>
      </p:sp>
      <p:graphicFrame>
        <p:nvGraphicFramePr>
          <p:cNvPr id="8" name="Chart 7">
            <a:extLst>
              <a:ext uri="{FF2B5EF4-FFF2-40B4-BE49-F238E27FC236}">
                <a16:creationId xmlns:a16="http://schemas.microsoft.com/office/drawing/2014/main" id="{F194F3C0-0910-BE93-4DED-8A7116C9C22C}"/>
              </a:ext>
            </a:extLst>
          </p:cNvPr>
          <p:cNvGraphicFramePr/>
          <p:nvPr>
            <p:extLst>
              <p:ext uri="{D42A27DB-BD31-4B8C-83A1-F6EECF244321}">
                <p14:modId xmlns:p14="http://schemas.microsoft.com/office/powerpoint/2010/main" val="3690813577"/>
              </p:ext>
            </p:extLst>
          </p:nvPr>
        </p:nvGraphicFramePr>
        <p:xfrm>
          <a:off x="633248" y="4130248"/>
          <a:ext cx="3907536" cy="21699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5B0E16F5-BBCE-4FBB-02C4-382D08CA6E6E}"/>
              </a:ext>
            </a:extLst>
          </p:cNvPr>
          <p:cNvGraphicFramePr/>
          <p:nvPr>
            <p:extLst>
              <p:ext uri="{D42A27DB-BD31-4B8C-83A1-F6EECF244321}">
                <p14:modId xmlns:p14="http://schemas.microsoft.com/office/powerpoint/2010/main" val="2487580599"/>
              </p:ext>
            </p:extLst>
          </p:nvPr>
        </p:nvGraphicFramePr>
        <p:xfrm>
          <a:off x="6772653" y="4130248"/>
          <a:ext cx="3907536" cy="2169968"/>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353F8629-5B36-B3F7-FBA8-2AF65C4EF649}"/>
              </a:ext>
            </a:extLst>
          </p:cNvPr>
          <p:cNvSpPr txBox="1"/>
          <p:nvPr/>
        </p:nvSpPr>
        <p:spPr>
          <a:xfrm>
            <a:off x="950240" y="3780132"/>
            <a:ext cx="3907536" cy="276999"/>
          </a:xfrm>
          <a:prstGeom prst="rect">
            <a:avLst/>
          </a:prstGeom>
          <a:noFill/>
        </p:spPr>
        <p:txBody>
          <a:bodyPr wrap="square">
            <a:spAutoFit/>
          </a:bodyPr>
          <a:lstStyle/>
          <a:p>
            <a:r>
              <a:rPr lang="en-US" sz="1200" b="1" dirty="0"/>
              <a:t>Vertical bars 2 on light</a:t>
            </a:r>
          </a:p>
        </p:txBody>
      </p:sp>
      <p:sp>
        <p:nvSpPr>
          <p:cNvPr id="13" name="TextBox 12">
            <a:extLst>
              <a:ext uri="{FF2B5EF4-FFF2-40B4-BE49-F238E27FC236}">
                <a16:creationId xmlns:a16="http://schemas.microsoft.com/office/drawing/2014/main" id="{1F1C7687-1D95-ED62-3E77-7A12C89AF2BB}"/>
              </a:ext>
            </a:extLst>
          </p:cNvPr>
          <p:cNvSpPr txBox="1"/>
          <p:nvPr/>
        </p:nvSpPr>
        <p:spPr>
          <a:xfrm>
            <a:off x="7119392" y="3702259"/>
            <a:ext cx="3907536" cy="276999"/>
          </a:xfrm>
          <a:prstGeom prst="rect">
            <a:avLst/>
          </a:prstGeom>
          <a:noFill/>
        </p:spPr>
        <p:txBody>
          <a:bodyPr wrap="square">
            <a:spAutoFit/>
          </a:bodyPr>
          <a:lstStyle/>
          <a:p>
            <a:r>
              <a:rPr lang="en-US" sz="1200" b="1" dirty="0">
                <a:solidFill>
                  <a:schemeClr val="bg2"/>
                </a:solidFill>
              </a:rPr>
              <a:t>Vertical bars 2 on dark</a:t>
            </a:r>
          </a:p>
        </p:txBody>
      </p:sp>
      <p:sp>
        <p:nvSpPr>
          <p:cNvPr id="15" name="TextBox 14">
            <a:extLst>
              <a:ext uri="{FF2B5EF4-FFF2-40B4-BE49-F238E27FC236}">
                <a16:creationId xmlns:a16="http://schemas.microsoft.com/office/drawing/2014/main" id="{2D317DDE-39DF-27D1-70F9-FAB920DBBA28}"/>
              </a:ext>
            </a:extLst>
          </p:cNvPr>
          <p:cNvSpPr txBox="1"/>
          <p:nvPr/>
        </p:nvSpPr>
        <p:spPr>
          <a:xfrm>
            <a:off x="950240" y="1245990"/>
            <a:ext cx="3907536" cy="276999"/>
          </a:xfrm>
          <a:prstGeom prst="rect">
            <a:avLst/>
          </a:prstGeom>
          <a:noFill/>
        </p:spPr>
        <p:txBody>
          <a:bodyPr wrap="square">
            <a:spAutoFit/>
          </a:bodyPr>
          <a:lstStyle/>
          <a:p>
            <a:r>
              <a:rPr lang="en-US" sz="1200" b="1" dirty="0"/>
              <a:t>Horizontal bars on light</a:t>
            </a:r>
          </a:p>
        </p:txBody>
      </p:sp>
      <p:graphicFrame>
        <p:nvGraphicFramePr>
          <p:cNvPr id="17" name="Chart 16">
            <a:extLst>
              <a:ext uri="{FF2B5EF4-FFF2-40B4-BE49-F238E27FC236}">
                <a16:creationId xmlns:a16="http://schemas.microsoft.com/office/drawing/2014/main" id="{0C007709-86FA-EE2D-A41F-7EAE0916F2EF}"/>
              </a:ext>
            </a:extLst>
          </p:cNvPr>
          <p:cNvGraphicFramePr/>
          <p:nvPr>
            <p:extLst>
              <p:ext uri="{D42A27DB-BD31-4B8C-83A1-F6EECF244321}">
                <p14:modId xmlns:p14="http://schemas.microsoft.com/office/powerpoint/2010/main" val="677778458"/>
              </p:ext>
            </p:extLst>
          </p:nvPr>
        </p:nvGraphicFramePr>
        <p:xfrm>
          <a:off x="764770" y="1535480"/>
          <a:ext cx="4093005" cy="1946539"/>
        </p:xfrm>
        <a:graphic>
          <a:graphicData uri="http://schemas.openxmlformats.org/drawingml/2006/chart">
            <c:chart xmlns:c="http://schemas.openxmlformats.org/drawingml/2006/chart" xmlns:r="http://schemas.openxmlformats.org/officeDocument/2006/relationships" r:id="rId5"/>
          </a:graphicData>
        </a:graphic>
      </p:graphicFrame>
      <p:sp>
        <p:nvSpPr>
          <p:cNvPr id="19" name="TextBox 18">
            <a:extLst>
              <a:ext uri="{FF2B5EF4-FFF2-40B4-BE49-F238E27FC236}">
                <a16:creationId xmlns:a16="http://schemas.microsoft.com/office/drawing/2014/main" id="{C850A7AE-873B-6741-F98A-AFBF18C4749F}"/>
              </a:ext>
            </a:extLst>
          </p:cNvPr>
          <p:cNvSpPr txBox="1"/>
          <p:nvPr/>
        </p:nvSpPr>
        <p:spPr>
          <a:xfrm>
            <a:off x="6958123" y="1245990"/>
            <a:ext cx="3907536" cy="276999"/>
          </a:xfrm>
          <a:prstGeom prst="rect">
            <a:avLst/>
          </a:prstGeom>
          <a:noFill/>
        </p:spPr>
        <p:txBody>
          <a:bodyPr wrap="square">
            <a:spAutoFit/>
          </a:bodyPr>
          <a:lstStyle/>
          <a:p>
            <a:r>
              <a:rPr lang="en-US" sz="1200" b="1" dirty="0">
                <a:solidFill>
                  <a:schemeClr val="bg2"/>
                </a:solidFill>
              </a:rPr>
              <a:t>Horizontal bars on dark</a:t>
            </a:r>
          </a:p>
        </p:txBody>
      </p:sp>
      <p:graphicFrame>
        <p:nvGraphicFramePr>
          <p:cNvPr id="20" name="Chart 19">
            <a:extLst>
              <a:ext uri="{FF2B5EF4-FFF2-40B4-BE49-F238E27FC236}">
                <a16:creationId xmlns:a16="http://schemas.microsoft.com/office/drawing/2014/main" id="{FB969F46-B6F5-81F1-7E07-4E26A5E258BA}"/>
              </a:ext>
            </a:extLst>
          </p:cNvPr>
          <p:cNvGraphicFramePr/>
          <p:nvPr>
            <p:extLst>
              <p:ext uri="{D42A27DB-BD31-4B8C-83A1-F6EECF244321}">
                <p14:modId xmlns:p14="http://schemas.microsoft.com/office/powerpoint/2010/main" val="4077324308"/>
              </p:ext>
            </p:extLst>
          </p:nvPr>
        </p:nvGraphicFramePr>
        <p:xfrm>
          <a:off x="6772653" y="1535480"/>
          <a:ext cx="4093005" cy="1946539"/>
        </p:xfrm>
        <a:graphic>
          <a:graphicData uri="http://schemas.openxmlformats.org/drawingml/2006/chart">
            <c:chart xmlns:c="http://schemas.openxmlformats.org/drawingml/2006/chart" xmlns:r="http://schemas.openxmlformats.org/officeDocument/2006/relationships" r:id="rId6"/>
          </a:graphicData>
        </a:graphic>
      </p:graphicFrame>
      <p:sp>
        <p:nvSpPr>
          <p:cNvPr id="3" name="Footer Placeholder 2">
            <a:extLst>
              <a:ext uri="{FF2B5EF4-FFF2-40B4-BE49-F238E27FC236}">
                <a16:creationId xmlns:a16="http://schemas.microsoft.com/office/drawing/2014/main" id="{EFBAA1A6-E22A-B42C-4B42-7339833A7AF1}"/>
              </a:ext>
            </a:extLst>
          </p:cNvPr>
          <p:cNvSpPr>
            <a:spLocks noGrp="1"/>
          </p:cNvSpPr>
          <p:nvPr>
            <p:ph type="ftr" sz="quarter" idx="11"/>
          </p:nvPr>
        </p:nvSpPr>
        <p:spPr/>
        <p:txBody>
          <a:bodyPr/>
          <a:lstStyle/>
          <a:p>
            <a:r>
              <a:rPr lang="en-US"/>
              <a:t>© 2023 Cognizant | Confidential &amp; Proprietary</a:t>
            </a:r>
            <a:endParaRPr lang="en-US" dirty="0"/>
          </a:p>
        </p:txBody>
      </p:sp>
      <p:sp>
        <p:nvSpPr>
          <p:cNvPr id="4" name="Slide Number Placeholder 3">
            <a:extLst>
              <a:ext uri="{FF2B5EF4-FFF2-40B4-BE49-F238E27FC236}">
                <a16:creationId xmlns:a16="http://schemas.microsoft.com/office/drawing/2014/main" id="{BB5BE799-98F4-CF4C-27AA-605B389FA785}"/>
              </a:ext>
            </a:extLst>
          </p:cNvPr>
          <p:cNvSpPr>
            <a:spLocks noGrp="1"/>
          </p:cNvSpPr>
          <p:nvPr>
            <p:ph type="sldNum" sz="quarter" idx="12"/>
          </p:nvPr>
        </p:nvSpPr>
        <p:spPr/>
        <p:txBody>
          <a:bodyPr/>
          <a:lstStyle/>
          <a:p>
            <a:fld id="{C53E075B-3175-45CF-B3C7-FEDF3F5961E3}" type="slidenum">
              <a:rPr lang="en-US" smtClean="0"/>
              <a:pPr/>
              <a:t>31</a:t>
            </a:fld>
            <a:endParaRPr lang="en-US" dirty="0"/>
          </a:p>
        </p:txBody>
      </p:sp>
    </p:spTree>
    <p:extLst>
      <p:ext uri="{BB962C8B-B14F-4D97-AF65-F5344CB8AC3E}">
        <p14:creationId xmlns:p14="http://schemas.microsoft.com/office/powerpoint/2010/main" val="4292586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1BFE7-BFFD-0745-92C0-7A3615578843}"/>
              </a:ext>
            </a:extLst>
          </p:cNvPr>
          <p:cNvSpPr>
            <a:spLocks noGrp="1"/>
          </p:cNvSpPr>
          <p:nvPr>
            <p:ph type="title"/>
          </p:nvPr>
        </p:nvSpPr>
        <p:spPr>
          <a:xfrm>
            <a:off x="457198" y="557784"/>
            <a:ext cx="10808209" cy="307777"/>
          </a:xfrm>
        </p:spPr>
        <p:txBody>
          <a:bodyPr/>
          <a:lstStyle/>
          <a:p>
            <a:r>
              <a:rPr lang="en-US" dirty="0"/>
              <a:t>Charts</a:t>
            </a:r>
          </a:p>
        </p:txBody>
      </p:sp>
      <p:sp>
        <p:nvSpPr>
          <p:cNvPr id="4" name="Footer Placeholder 3">
            <a:extLst>
              <a:ext uri="{FF2B5EF4-FFF2-40B4-BE49-F238E27FC236}">
                <a16:creationId xmlns:a16="http://schemas.microsoft.com/office/drawing/2014/main" id="{2162F47C-5213-EE4A-9E04-29C29117544E}"/>
              </a:ext>
            </a:extLst>
          </p:cNvPr>
          <p:cNvSpPr>
            <a:spLocks noGrp="1"/>
          </p:cNvSpPr>
          <p:nvPr>
            <p:ph type="ftr" sz="quarter" idx="3"/>
          </p:nvPr>
        </p:nvSpPr>
        <p:spPr>
          <a:xfrm>
            <a:off x="1042416" y="6438349"/>
            <a:ext cx="1198179" cy="190416"/>
          </a:xfrm>
        </p:spPr>
        <p:txBody>
          <a:bodyPr/>
          <a:lstStyle/>
          <a:p>
            <a:r>
              <a:rPr lang="en-US"/>
              <a:t>© 2023 Cognizant | Confidential &amp; Proprietary</a:t>
            </a:r>
            <a:endParaRPr lang="en-US" dirty="0"/>
          </a:p>
        </p:txBody>
      </p:sp>
      <p:sp>
        <p:nvSpPr>
          <p:cNvPr id="16" name="TextBox 15">
            <a:extLst>
              <a:ext uri="{FF2B5EF4-FFF2-40B4-BE49-F238E27FC236}">
                <a16:creationId xmlns:a16="http://schemas.microsoft.com/office/drawing/2014/main" id="{AFF23F2C-E747-4348-82A4-B0CC3B6F9E6F}"/>
              </a:ext>
            </a:extLst>
          </p:cNvPr>
          <p:cNvSpPr txBox="1"/>
          <p:nvPr/>
        </p:nvSpPr>
        <p:spPr>
          <a:xfrm>
            <a:off x="1395982" y="3873353"/>
            <a:ext cx="2359154" cy="276999"/>
          </a:xfrm>
          <a:prstGeom prst="rect">
            <a:avLst/>
          </a:prstGeom>
          <a:noFill/>
        </p:spPr>
        <p:txBody>
          <a:bodyPr wrap="square" rtlCol="0">
            <a:spAutoFit/>
          </a:bodyPr>
          <a:lstStyle/>
          <a:p>
            <a:pPr defTabSz="914378">
              <a:defRPr/>
            </a:pPr>
            <a:r>
              <a:rPr lang="en-US" sz="1200" b="1" dirty="0">
                <a:solidFill>
                  <a:schemeClr val="tx2"/>
                </a:solidFill>
                <a:cs typeface="Arial" panose="020B0604020202020204" pitchFamily="34" charset="0"/>
              </a:rPr>
              <a:t>Two data points on light</a:t>
            </a:r>
          </a:p>
        </p:txBody>
      </p:sp>
      <p:graphicFrame>
        <p:nvGraphicFramePr>
          <p:cNvPr id="10" name="Chart 9">
            <a:extLst>
              <a:ext uri="{FF2B5EF4-FFF2-40B4-BE49-F238E27FC236}">
                <a16:creationId xmlns:a16="http://schemas.microsoft.com/office/drawing/2014/main" id="{E5493402-9DE4-E4CB-4F3C-4FF4426578DD}"/>
              </a:ext>
            </a:extLst>
          </p:cNvPr>
          <p:cNvGraphicFramePr/>
          <p:nvPr>
            <p:extLst>
              <p:ext uri="{D42A27DB-BD31-4B8C-83A1-F6EECF244321}">
                <p14:modId xmlns:p14="http://schemas.microsoft.com/office/powerpoint/2010/main" val="1872646443"/>
              </p:ext>
            </p:extLst>
          </p:nvPr>
        </p:nvGraphicFramePr>
        <p:xfrm>
          <a:off x="1467365" y="1596433"/>
          <a:ext cx="2748851" cy="1832567"/>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BE057DB1-BB79-64BC-B266-05E17586531A}"/>
              </a:ext>
            </a:extLst>
          </p:cNvPr>
          <p:cNvSpPr txBox="1"/>
          <p:nvPr/>
        </p:nvSpPr>
        <p:spPr>
          <a:xfrm>
            <a:off x="3647775" y="2397300"/>
            <a:ext cx="684803" cy="230832"/>
          </a:xfrm>
          <a:prstGeom prst="rect">
            <a:avLst/>
          </a:prstGeom>
          <a:noFill/>
        </p:spPr>
        <p:txBody>
          <a:bodyPr wrap="none" rtlCol="0">
            <a:spAutoFit/>
          </a:bodyPr>
          <a:lstStyle/>
          <a:p>
            <a:pPr defTabSz="914378">
              <a:defRPr/>
            </a:pPr>
            <a:r>
              <a:rPr lang="en-US" sz="900" b="1" dirty="0">
                <a:solidFill>
                  <a:schemeClr val="tx2"/>
                </a:solidFill>
                <a:cs typeface="Arial" panose="020B0604020202020204" pitchFamily="34" charset="0"/>
              </a:rPr>
              <a:t>Category</a:t>
            </a:r>
          </a:p>
        </p:txBody>
      </p:sp>
      <p:sp>
        <p:nvSpPr>
          <p:cNvPr id="12" name="TextBox 11">
            <a:extLst>
              <a:ext uri="{FF2B5EF4-FFF2-40B4-BE49-F238E27FC236}">
                <a16:creationId xmlns:a16="http://schemas.microsoft.com/office/drawing/2014/main" id="{8D8CA082-0C05-3FDC-26F8-B7AA576EED23}"/>
              </a:ext>
            </a:extLst>
          </p:cNvPr>
          <p:cNvSpPr txBox="1"/>
          <p:nvPr/>
        </p:nvSpPr>
        <p:spPr>
          <a:xfrm>
            <a:off x="2477588" y="2312661"/>
            <a:ext cx="728405" cy="400110"/>
          </a:xfrm>
          <a:prstGeom prst="rect">
            <a:avLst/>
          </a:prstGeom>
          <a:noFill/>
        </p:spPr>
        <p:txBody>
          <a:bodyPr wrap="none" rtlCol="0">
            <a:spAutoFit/>
          </a:bodyPr>
          <a:lstStyle/>
          <a:p>
            <a:pPr algn="ctr" defTabSz="914378">
              <a:defRPr/>
            </a:pPr>
            <a:r>
              <a:rPr lang="en-US" sz="2000" b="1" spc="80" dirty="0">
                <a:solidFill>
                  <a:schemeClr val="tx2"/>
                </a:solidFill>
                <a:cs typeface="Arial" panose="020B0604020202020204" pitchFamily="34" charset="0"/>
              </a:rPr>
              <a:t>60%</a:t>
            </a:r>
          </a:p>
        </p:txBody>
      </p:sp>
      <p:sp>
        <p:nvSpPr>
          <p:cNvPr id="15" name="TextBox 14">
            <a:extLst>
              <a:ext uri="{FF2B5EF4-FFF2-40B4-BE49-F238E27FC236}">
                <a16:creationId xmlns:a16="http://schemas.microsoft.com/office/drawing/2014/main" id="{C52528E7-6FAC-BEF3-F674-B02BF26ED630}"/>
              </a:ext>
            </a:extLst>
          </p:cNvPr>
          <p:cNvSpPr txBox="1"/>
          <p:nvPr/>
        </p:nvSpPr>
        <p:spPr>
          <a:xfrm>
            <a:off x="1395982" y="1277755"/>
            <a:ext cx="2359154" cy="276999"/>
          </a:xfrm>
          <a:prstGeom prst="rect">
            <a:avLst/>
          </a:prstGeom>
          <a:noFill/>
        </p:spPr>
        <p:txBody>
          <a:bodyPr wrap="square" rtlCol="0">
            <a:spAutoFit/>
          </a:bodyPr>
          <a:lstStyle/>
          <a:p>
            <a:pPr defTabSz="914378">
              <a:defRPr/>
            </a:pPr>
            <a:r>
              <a:rPr lang="en-US" sz="1200" b="1" dirty="0">
                <a:solidFill>
                  <a:schemeClr val="tx2"/>
                </a:solidFill>
                <a:cs typeface="Arial" panose="020B0604020202020204" pitchFamily="34" charset="0"/>
              </a:rPr>
              <a:t>One data point on light</a:t>
            </a:r>
          </a:p>
        </p:txBody>
      </p:sp>
      <p:sp>
        <p:nvSpPr>
          <p:cNvPr id="21" name="Rectangle 20">
            <a:extLst>
              <a:ext uri="{FF2B5EF4-FFF2-40B4-BE49-F238E27FC236}">
                <a16:creationId xmlns:a16="http://schemas.microsoft.com/office/drawing/2014/main" id="{E138E62B-57CC-167F-6D73-9F7BF359CD11}"/>
              </a:ext>
            </a:extLst>
          </p:cNvPr>
          <p:cNvSpPr/>
          <p:nvPr/>
        </p:nvSpPr>
        <p:spPr>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7E76226-7062-3E0A-9927-EA4D87249589}"/>
              </a:ext>
            </a:extLst>
          </p:cNvPr>
          <p:cNvSpPr txBox="1"/>
          <p:nvPr/>
        </p:nvSpPr>
        <p:spPr>
          <a:xfrm>
            <a:off x="7577326" y="3873353"/>
            <a:ext cx="2359154" cy="276999"/>
          </a:xfrm>
          <a:prstGeom prst="rect">
            <a:avLst/>
          </a:prstGeom>
          <a:noFill/>
        </p:spPr>
        <p:txBody>
          <a:bodyPr wrap="square" rtlCol="0">
            <a:spAutoFit/>
          </a:bodyPr>
          <a:lstStyle/>
          <a:p>
            <a:pPr defTabSz="914378">
              <a:defRPr/>
            </a:pPr>
            <a:r>
              <a:rPr lang="en-US" sz="1200" b="1" dirty="0">
                <a:solidFill>
                  <a:schemeClr val="bg2">
                    <a:lumMod val="95000"/>
                  </a:schemeClr>
                </a:solidFill>
                <a:cs typeface="Arial" panose="020B0604020202020204" pitchFamily="34" charset="0"/>
              </a:rPr>
              <a:t>Two data points on dark</a:t>
            </a:r>
          </a:p>
        </p:txBody>
      </p:sp>
      <p:graphicFrame>
        <p:nvGraphicFramePr>
          <p:cNvPr id="28" name="Chart 27">
            <a:extLst>
              <a:ext uri="{FF2B5EF4-FFF2-40B4-BE49-F238E27FC236}">
                <a16:creationId xmlns:a16="http://schemas.microsoft.com/office/drawing/2014/main" id="{9DB47E78-A34D-6981-2CB9-6C3B766034C7}"/>
              </a:ext>
            </a:extLst>
          </p:cNvPr>
          <p:cNvGraphicFramePr/>
          <p:nvPr>
            <p:extLst>
              <p:ext uri="{D42A27DB-BD31-4B8C-83A1-F6EECF244321}">
                <p14:modId xmlns:p14="http://schemas.microsoft.com/office/powerpoint/2010/main" val="3365596460"/>
              </p:ext>
            </p:extLst>
          </p:nvPr>
        </p:nvGraphicFramePr>
        <p:xfrm>
          <a:off x="7746245" y="4182680"/>
          <a:ext cx="2748851" cy="1832567"/>
        </p:xfrm>
        <a:graphic>
          <a:graphicData uri="http://schemas.openxmlformats.org/drawingml/2006/chart">
            <c:chart xmlns:c="http://schemas.openxmlformats.org/drawingml/2006/chart" xmlns:r="http://schemas.openxmlformats.org/officeDocument/2006/relationships" r:id="rId3"/>
          </a:graphicData>
        </a:graphic>
      </p:graphicFrame>
      <p:sp>
        <p:nvSpPr>
          <p:cNvPr id="29" name="TextBox 28">
            <a:extLst>
              <a:ext uri="{FF2B5EF4-FFF2-40B4-BE49-F238E27FC236}">
                <a16:creationId xmlns:a16="http://schemas.microsoft.com/office/drawing/2014/main" id="{64DB275C-6EE2-7183-10EF-5FE8443DFC02}"/>
              </a:ext>
            </a:extLst>
          </p:cNvPr>
          <p:cNvSpPr txBox="1"/>
          <p:nvPr/>
        </p:nvSpPr>
        <p:spPr>
          <a:xfrm>
            <a:off x="9985248" y="2397300"/>
            <a:ext cx="684803" cy="230832"/>
          </a:xfrm>
          <a:prstGeom prst="rect">
            <a:avLst/>
          </a:prstGeom>
          <a:noFill/>
        </p:spPr>
        <p:txBody>
          <a:bodyPr wrap="none" rtlCol="0">
            <a:spAutoFit/>
          </a:bodyPr>
          <a:lstStyle/>
          <a:p>
            <a:pPr defTabSz="914378">
              <a:defRPr/>
            </a:pPr>
            <a:r>
              <a:rPr lang="en-US" sz="900" b="1" dirty="0">
                <a:solidFill>
                  <a:schemeClr val="bg2"/>
                </a:solidFill>
                <a:cs typeface="Arial" panose="020B0604020202020204" pitchFamily="34" charset="0"/>
              </a:rPr>
              <a:t>Category</a:t>
            </a:r>
          </a:p>
        </p:txBody>
      </p:sp>
      <p:sp>
        <p:nvSpPr>
          <p:cNvPr id="30" name="TextBox 29">
            <a:extLst>
              <a:ext uri="{FF2B5EF4-FFF2-40B4-BE49-F238E27FC236}">
                <a16:creationId xmlns:a16="http://schemas.microsoft.com/office/drawing/2014/main" id="{FDB3B6D9-C4B3-67C5-F5AD-5C9E0A2A15DC}"/>
              </a:ext>
            </a:extLst>
          </p:cNvPr>
          <p:cNvSpPr txBox="1"/>
          <p:nvPr/>
        </p:nvSpPr>
        <p:spPr>
          <a:xfrm>
            <a:off x="8768660" y="2312661"/>
            <a:ext cx="728405" cy="400110"/>
          </a:xfrm>
          <a:prstGeom prst="rect">
            <a:avLst/>
          </a:prstGeom>
          <a:noFill/>
        </p:spPr>
        <p:txBody>
          <a:bodyPr wrap="none" rtlCol="0">
            <a:spAutoFit/>
          </a:bodyPr>
          <a:lstStyle/>
          <a:p>
            <a:pPr algn="ctr" defTabSz="914378">
              <a:defRPr/>
            </a:pPr>
            <a:r>
              <a:rPr lang="en-US" sz="2000" b="1" spc="80" dirty="0">
                <a:solidFill>
                  <a:schemeClr val="bg2"/>
                </a:solidFill>
                <a:cs typeface="Arial" panose="020B0604020202020204" pitchFamily="34" charset="0"/>
              </a:rPr>
              <a:t>60%</a:t>
            </a:r>
          </a:p>
        </p:txBody>
      </p:sp>
      <p:sp>
        <p:nvSpPr>
          <p:cNvPr id="31" name="TextBox 30">
            <a:extLst>
              <a:ext uri="{FF2B5EF4-FFF2-40B4-BE49-F238E27FC236}">
                <a16:creationId xmlns:a16="http://schemas.microsoft.com/office/drawing/2014/main" id="{C0488A3B-6965-F354-1E35-9DCBCF5969DE}"/>
              </a:ext>
            </a:extLst>
          </p:cNvPr>
          <p:cNvSpPr txBox="1"/>
          <p:nvPr/>
        </p:nvSpPr>
        <p:spPr>
          <a:xfrm>
            <a:off x="7577326" y="1277755"/>
            <a:ext cx="2359154" cy="276999"/>
          </a:xfrm>
          <a:prstGeom prst="rect">
            <a:avLst/>
          </a:prstGeom>
          <a:noFill/>
        </p:spPr>
        <p:txBody>
          <a:bodyPr wrap="square" rtlCol="0">
            <a:spAutoFit/>
          </a:bodyPr>
          <a:lstStyle/>
          <a:p>
            <a:pPr defTabSz="914378">
              <a:defRPr/>
            </a:pPr>
            <a:r>
              <a:rPr lang="en-US" sz="1200" b="1" dirty="0">
                <a:solidFill>
                  <a:schemeClr val="bg2">
                    <a:lumMod val="95000"/>
                  </a:schemeClr>
                </a:solidFill>
                <a:cs typeface="Arial" panose="020B0604020202020204" pitchFamily="34" charset="0"/>
              </a:rPr>
              <a:t>One data point on dark</a:t>
            </a:r>
          </a:p>
        </p:txBody>
      </p:sp>
      <p:graphicFrame>
        <p:nvGraphicFramePr>
          <p:cNvPr id="3" name="Chart 2">
            <a:extLst>
              <a:ext uri="{FF2B5EF4-FFF2-40B4-BE49-F238E27FC236}">
                <a16:creationId xmlns:a16="http://schemas.microsoft.com/office/drawing/2014/main" id="{880FE733-4845-97E5-8FA0-B9F3344BF47E}"/>
              </a:ext>
            </a:extLst>
          </p:cNvPr>
          <p:cNvGraphicFramePr/>
          <p:nvPr>
            <p:extLst>
              <p:ext uri="{D42A27DB-BD31-4B8C-83A1-F6EECF244321}">
                <p14:modId xmlns:p14="http://schemas.microsoft.com/office/powerpoint/2010/main" val="418957087"/>
              </p:ext>
            </p:extLst>
          </p:nvPr>
        </p:nvGraphicFramePr>
        <p:xfrm>
          <a:off x="1516133" y="4182680"/>
          <a:ext cx="2748851" cy="1832567"/>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05F77EC6-05B3-C6E3-E4B4-C3695616CDAA}"/>
              </a:ext>
            </a:extLst>
          </p:cNvPr>
          <p:cNvSpPr txBox="1"/>
          <p:nvPr/>
        </p:nvSpPr>
        <p:spPr>
          <a:xfrm>
            <a:off x="3750654" y="4875825"/>
            <a:ext cx="684803" cy="446276"/>
          </a:xfrm>
          <a:prstGeom prst="rect">
            <a:avLst/>
          </a:prstGeom>
          <a:noFill/>
        </p:spPr>
        <p:txBody>
          <a:bodyPr wrap="none" rtlCol="0">
            <a:spAutoFit/>
          </a:bodyPr>
          <a:lstStyle/>
          <a:p>
            <a:pPr defTabSz="914378">
              <a:defRPr/>
            </a:pPr>
            <a:r>
              <a:rPr lang="en-US" sz="1400" b="1" dirty="0">
                <a:solidFill>
                  <a:schemeClr val="tx2"/>
                </a:solidFill>
                <a:cs typeface="Arial" panose="020B0604020202020204" pitchFamily="34" charset="0"/>
              </a:rPr>
              <a:t>60%</a:t>
            </a:r>
            <a:br>
              <a:rPr lang="en-US" sz="900" b="1" dirty="0">
                <a:solidFill>
                  <a:schemeClr val="tx2"/>
                </a:solidFill>
                <a:cs typeface="Arial" panose="020B0604020202020204" pitchFamily="34" charset="0"/>
              </a:rPr>
            </a:br>
            <a:r>
              <a:rPr lang="en-US" sz="900" b="1" dirty="0">
                <a:solidFill>
                  <a:schemeClr val="tx2"/>
                </a:solidFill>
                <a:cs typeface="Arial" panose="020B0604020202020204" pitchFamily="34" charset="0"/>
              </a:rPr>
              <a:t>Category</a:t>
            </a:r>
          </a:p>
        </p:txBody>
      </p:sp>
      <p:sp>
        <p:nvSpPr>
          <p:cNvPr id="7" name="TextBox 6">
            <a:extLst>
              <a:ext uri="{FF2B5EF4-FFF2-40B4-BE49-F238E27FC236}">
                <a16:creationId xmlns:a16="http://schemas.microsoft.com/office/drawing/2014/main" id="{ACE780D8-5486-B961-0DBF-E47A539D91EA}"/>
              </a:ext>
            </a:extLst>
          </p:cNvPr>
          <p:cNvSpPr txBox="1"/>
          <p:nvPr/>
        </p:nvSpPr>
        <p:spPr>
          <a:xfrm>
            <a:off x="2609874" y="4968158"/>
            <a:ext cx="561371" cy="261610"/>
          </a:xfrm>
          <a:prstGeom prst="rect">
            <a:avLst/>
          </a:prstGeom>
          <a:noFill/>
        </p:spPr>
        <p:txBody>
          <a:bodyPr wrap="none" rtlCol="0">
            <a:spAutoFit/>
          </a:bodyPr>
          <a:lstStyle/>
          <a:p>
            <a:pPr algn="ctr" defTabSz="914378">
              <a:defRPr/>
            </a:pPr>
            <a:r>
              <a:rPr lang="en-US" sz="1100" b="1" dirty="0">
                <a:solidFill>
                  <a:schemeClr val="tx2"/>
                </a:solidFill>
                <a:cs typeface="Arial" panose="020B0604020202020204" pitchFamily="34" charset="0"/>
              </a:rPr>
              <a:t>Topic</a:t>
            </a:r>
          </a:p>
        </p:txBody>
      </p:sp>
      <p:sp>
        <p:nvSpPr>
          <p:cNvPr id="32" name="TextBox 31">
            <a:extLst>
              <a:ext uri="{FF2B5EF4-FFF2-40B4-BE49-F238E27FC236}">
                <a16:creationId xmlns:a16="http://schemas.microsoft.com/office/drawing/2014/main" id="{4E8AFFA7-CC1A-48C1-B19F-840A59162CCC}"/>
              </a:ext>
            </a:extLst>
          </p:cNvPr>
          <p:cNvSpPr txBox="1"/>
          <p:nvPr/>
        </p:nvSpPr>
        <p:spPr>
          <a:xfrm>
            <a:off x="1347871" y="4875825"/>
            <a:ext cx="684803" cy="446276"/>
          </a:xfrm>
          <a:prstGeom prst="rect">
            <a:avLst/>
          </a:prstGeom>
          <a:noFill/>
        </p:spPr>
        <p:txBody>
          <a:bodyPr wrap="none" rtlCol="0">
            <a:spAutoFit/>
          </a:bodyPr>
          <a:lstStyle/>
          <a:p>
            <a:pPr defTabSz="914378">
              <a:defRPr/>
            </a:pPr>
            <a:r>
              <a:rPr lang="en-US" sz="1400" b="1" dirty="0">
                <a:solidFill>
                  <a:schemeClr val="tx2"/>
                </a:solidFill>
                <a:cs typeface="Arial" panose="020B0604020202020204" pitchFamily="34" charset="0"/>
              </a:rPr>
              <a:t>40%</a:t>
            </a:r>
            <a:br>
              <a:rPr lang="en-US" sz="900" b="1" dirty="0">
                <a:solidFill>
                  <a:schemeClr val="tx2"/>
                </a:solidFill>
                <a:cs typeface="Arial" panose="020B0604020202020204" pitchFamily="34" charset="0"/>
              </a:rPr>
            </a:br>
            <a:r>
              <a:rPr lang="en-US" sz="900" b="1" dirty="0">
                <a:solidFill>
                  <a:schemeClr val="tx2"/>
                </a:solidFill>
                <a:cs typeface="Arial" panose="020B0604020202020204" pitchFamily="34" charset="0"/>
              </a:rPr>
              <a:t>Category</a:t>
            </a:r>
          </a:p>
        </p:txBody>
      </p:sp>
      <p:graphicFrame>
        <p:nvGraphicFramePr>
          <p:cNvPr id="33" name="Chart 32">
            <a:extLst>
              <a:ext uri="{FF2B5EF4-FFF2-40B4-BE49-F238E27FC236}">
                <a16:creationId xmlns:a16="http://schemas.microsoft.com/office/drawing/2014/main" id="{732C900C-B42A-66D2-18DF-5844ECDA3611}"/>
              </a:ext>
            </a:extLst>
          </p:cNvPr>
          <p:cNvGraphicFramePr/>
          <p:nvPr>
            <p:extLst>
              <p:ext uri="{D42A27DB-BD31-4B8C-83A1-F6EECF244321}">
                <p14:modId xmlns:p14="http://schemas.microsoft.com/office/powerpoint/2010/main" val="3927791530"/>
              </p:ext>
            </p:extLst>
          </p:nvPr>
        </p:nvGraphicFramePr>
        <p:xfrm>
          <a:off x="7752767" y="1596433"/>
          <a:ext cx="2748851" cy="1832567"/>
        </p:xfrm>
        <a:graphic>
          <a:graphicData uri="http://schemas.openxmlformats.org/drawingml/2006/chart">
            <c:chart xmlns:c="http://schemas.openxmlformats.org/drawingml/2006/chart" xmlns:r="http://schemas.openxmlformats.org/officeDocument/2006/relationships" r:id="rId5"/>
          </a:graphicData>
        </a:graphic>
      </p:graphicFrame>
      <p:sp>
        <p:nvSpPr>
          <p:cNvPr id="34" name="TextBox 33">
            <a:extLst>
              <a:ext uri="{FF2B5EF4-FFF2-40B4-BE49-F238E27FC236}">
                <a16:creationId xmlns:a16="http://schemas.microsoft.com/office/drawing/2014/main" id="{CD40314E-1B8A-7BC0-44C9-69CF73BB47B5}"/>
              </a:ext>
            </a:extLst>
          </p:cNvPr>
          <p:cNvSpPr txBox="1"/>
          <p:nvPr/>
        </p:nvSpPr>
        <p:spPr>
          <a:xfrm>
            <a:off x="9999480" y="4875825"/>
            <a:ext cx="684803" cy="446276"/>
          </a:xfrm>
          <a:prstGeom prst="rect">
            <a:avLst/>
          </a:prstGeom>
          <a:noFill/>
        </p:spPr>
        <p:txBody>
          <a:bodyPr wrap="none" rtlCol="0">
            <a:spAutoFit/>
          </a:bodyPr>
          <a:lstStyle/>
          <a:p>
            <a:pPr defTabSz="914378">
              <a:defRPr/>
            </a:pPr>
            <a:r>
              <a:rPr lang="en-US" sz="1400" b="1" dirty="0">
                <a:solidFill>
                  <a:schemeClr val="bg2"/>
                </a:solidFill>
                <a:cs typeface="Arial" panose="020B0604020202020204" pitchFamily="34" charset="0"/>
              </a:rPr>
              <a:t>60%</a:t>
            </a:r>
            <a:br>
              <a:rPr lang="en-US" sz="900" b="1" dirty="0">
                <a:solidFill>
                  <a:schemeClr val="bg2"/>
                </a:solidFill>
                <a:cs typeface="Arial" panose="020B0604020202020204" pitchFamily="34" charset="0"/>
              </a:rPr>
            </a:br>
            <a:r>
              <a:rPr lang="en-US" sz="900" b="1" dirty="0">
                <a:solidFill>
                  <a:schemeClr val="bg2"/>
                </a:solidFill>
                <a:cs typeface="Arial" panose="020B0604020202020204" pitchFamily="34" charset="0"/>
              </a:rPr>
              <a:t>Category</a:t>
            </a:r>
          </a:p>
        </p:txBody>
      </p:sp>
      <p:sp>
        <p:nvSpPr>
          <p:cNvPr id="35" name="TextBox 34">
            <a:extLst>
              <a:ext uri="{FF2B5EF4-FFF2-40B4-BE49-F238E27FC236}">
                <a16:creationId xmlns:a16="http://schemas.microsoft.com/office/drawing/2014/main" id="{E88AA697-79EE-6705-1524-6662B4A3769F}"/>
              </a:ext>
            </a:extLst>
          </p:cNvPr>
          <p:cNvSpPr txBox="1"/>
          <p:nvPr/>
        </p:nvSpPr>
        <p:spPr>
          <a:xfrm>
            <a:off x="8858700" y="4968158"/>
            <a:ext cx="561371" cy="261610"/>
          </a:xfrm>
          <a:prstGeom prst="rect">
            <a:avLst/>
          </a:prstGeom>
          <a:noFill/>
        </p:spPr>
        <p:txBody>
          <a:bodyPr wrap="none" rtlCol="0">
            <a:spAutoFit/>
          </a:bodyPr>
          <a:lstStyle/>
          <a:p>
            <a:pPr algn="ctr" defTabSz="914378">
              <a:defRPr/>
            </a:pPr>
            <a:r>
              <a:rPr lang="en-US" sz="1100" b="1" dirty="0">
                <a:solidFill>
                  <a:schemeClr val="bg2"/>
                </a:solidFill>
                <a:cs typeface="Arial" panose="020B0604020202020204" pitchFamily="34" charset="0"/>
              </a:rPr>
              <a:t>Topic</a:t>
            </a:r>
          </a:p>
        </p:txBody>
      </p:sp>
      <p:sp>
        <p:nvSpPr>
          <p:cNvPr id="36" name="TextBox 35">
            <a:extLst>
              <a:ext uri="{FF2B5EF4-FFF2-40B4-BE49-F238E27FC236}">
                <a16:creationId xmlns:a16="http://schemas.microsoft.com/office/drawing/2014/main" id="{32A406D2-F5AD-774D-93D9-26A72BEBD0B5}"/>
              </a:ext>
            </a:extLst>
          </p:cNvPr>
          <p:cNvSpPr txBox="1"/>
          <p:nvPr/>
        </p:nvSpPr>
        <p:spPr>
          <a:xfrm>
            <a:off x="7596697" y="4875825"/>
            <a:ext cx="684803" cy="446276"/>
          </a:xfrm>
          <a:prstGeom prst="rect">
            <a:avLst/>
          </a:prstGeom>
          <a:noFill/>
        </p:spPr>
        <p:txBody>
          <a:bodyPr wrap="none" rtlCol="0">
            <a:spAutoFit/>
          </a:bodyPr>
          <a:lstStyle/>
          <a:p>
            <a:pPr defTabSz="914378">
              <a:defRPr/>
            </a:pPr>
            <a:r>
              <a:rPr lang="en-US" sz="1400" b="1" dirty="0">
                <a:solidFill>
                  <a:schemeClr val="bg2"/>
                </a:solidFill>
                <a:cs typeface="Arial" panose="020B0604020202020204" pitchFamily="34" charset="0"/>
              </a:rPr>
              <a:t>40%</a:t>
            </a:r>
            <a:br>
              <a:rPr lang="en-US" sz="900" b="1" dirty="0">
                <a:solidFill>
                  <a:schemeClr val="bg2"/>
                </a:solidFill>
                <a:cs typeface="Arial" panose="020B0604020202020204" pitchFamily="34" charset="0"/>
              </a:rPr>
            </a:br>
            <a:r>
              <a:rPr lang="en-US" sz="900" b="1" dirty="0">
                <a:solidFill>
                  <a:schemeClr val="bg2"/>
                </a:solidFill>
                <a:cs typeface="Arial" panose="020B0604020202020204" pitchFamily="34" charset="0"/>
              </a:rPr>
              <a:t>Category</a:t>
            </a:r>
          </a:p>
        </p:txBody>
      </p:sp>
      <p:sp>
        <p:nvSpPr>
          <p:cNvPr id="8" name="Slide Number Placeholder 7">
            <a:extLst>
              <a:ext uri="{FF2B5EF4-FFF2-40B4-BE49-F238E27FC236}">
                <a16:creationId xmlns:a16="http://schemas.microsoft.com/office/drawing/2014/main" id="{7511AAF1-14A7-E2B9-5896-20AE445BB2C8}"/>
              </a:ext>
            </a:extLst>
          </p:cNvPr>
          <p:cNvSpPr>
            <a:spLocks noGrp="1"/>
          </p:cNvSpPr>
          <p:nvPr>
            <p:ph type="sldNum" sz="quarter" idx="4"/>
          </p:nvPr>
        </p:nvSpPr>
        <p:spPr/>
        <p:txBody>
          <a:bodyPr/>
          <a:lstStyle/>
          <a:p>
            <a:fld id="{C53E075B-3175-45CF-B3C7-FEDF3F5961E3}" type="slidenum">
              <a:rPr lang="en-US" smtClean="0"/>
              <a:pPr/>
              <a:t>32</a:t>
            </a:fld>
            <a:endParaRPr lang="en-US" dirty="0"/>
          </a:p>
        </p:txBody>
      </p:sp>
    </p:spTree>
    <p:extLst>
      <p:ext uri="{BB962C8B-B14F-4D97-AF65-F5344CB8AC3E}">
        <p14:creationId xmlns:p14="http://schemas.microsoft.com/office/powerpoint/2010/main" val="563993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1BFE7-BFFD-0745-92C0-7A3615578843}"/>
              </a:ext>
            </a:extLst>
          </p:cNvPr>
          <p:cNvSpPr>
            <a:spLocks noGrp="1"/>
          </p:cNvSpPr>
          <p:nvPr>
            <p:ph type="title"/>
          </p:nvPr>
        </p:nvSpPr>
        <p:spPr>
          <a:xfrm>
            <a:off x="457198" y="557784"/>
            <a:ext cx="10808209" cy="307777"/>
          </a:xfrm>
        </p:spPr>
        <p:txBody>
          <a:bodyPr/>
          <a:lstStyle/>
          <a:p>
            <a:r>
              <a:rPr lang="en-US" dirty="0"/>
              <a:t>Charts</a:t>
            </a:r>
          </a:p>
        </p:txBody>
      </p:sp>
      <p:sp>
        <p:nvSpPr>
          <p:cNvPr id="4" name="Footer Placeholder 3">
            <a:extLst>
              <a:ext uri="{FF2B5EF4-FFF2-40B4-BE49-F238E27FC236}">
                <a16:creationId xmlns:a16="http://schemas.microsoft.com/office/drawing/2014/main" id="{2162F47C-5213-EE4A-9E04-29C29117544E}"/>
              </a:ext>
            </a:extLst>
          </p:cNvPr>
          <p:cNvSpPr>
            <a:spLocks noGrp="1"/>
          </p:cNvSpPr>
          <p:nvPr>
            <p:ph type="ftr" sz="quarter" idx="3"/>
          </p:nvPr>
        </p:nvSpPr>
        <p:spPr>
          <a:xfrm>
            <a:off x="1042416" y="6438349"/>
            <a:ext cx="1198179" cy="190416"/>
          </a:xfrm>
        </p:spPr>
        <p:txBody>
          <a:bodyPr/>
          <a:lstStyle/>
          <a:p>
            <a:r>
              <a:rPr lang="en-US"/>
              <a:t>© 2023 Cognizant | Confidential &amp; Proprietary</a:t>
            </a:r>
            <a:endParaRPr lang="en-US" dirty="0"/>
          </a:p>
        </p:txBody>
      </p:sp>
      <p:graphicFrame>
        <p:nvGraphicFramePr>
          <p:cNvPr id="14" name="Chart 13">
            <a:extLst>
              <a:ext uri="{FF2B5EF4-FFF2-40B4-BE49-F238E27FC236}">
                <a16:creationId xmlns:a16="http://schemas.microsoft.com/office/drawing/2014/main" id="{0233E770-1146-984B-AC17-87CDD9997E56}"/>
              </a:ext>
            </a:extLst>
          </p:cNvPr>
          <p:cNvGraphicFramePr/>
          <p:nvPr>
            <p:extLst>
              <p:ext uri="{D42A27DB-BD31-4B8C-83A1-F6EECF244321}">
                <p14:modId xmlns:p14="http://schemas.microsoft.com/office/powerpoint/2010/main" val="3326603377"/>
              </p:ext>
            </p:extLst>
          </p:nvPr>
        </p:nvGraphicFramePr>
        <p:xfrm>
          <a:off x="1498879" y="2865970"/>
          <a:ext cx="2679223" cy="1786149"/>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AFF23F2C-E747-4348-82A4-B0CC3B6F9E6F}"/>
              </a:ext>
            </a:extLst>
          </p:cNvPr>
          <p:cNvSpPr txBox="1"/>
          <p:nvPr/>
        </p:nvSpPr>
        <p:spPr>
          <a:xfrm>
            <a:off x="1395982" y="2374791"/>
            <a:ext cx="2359154" cy="276999"/>
          </a:xfrm>
          <a:prstGeom prst="rect">
            <a:avLst/>
          </a:prstGeom>
          <a:noFill/>
        </p:spPr>
        <p:txBody>
          <a:bodyPr wrap="square" rtlCol="0">
            <a:spAutoFit/>
          </a:bodyPr>
          <a:lstStyle/>
          <a:p>
            <a:pPr defTabSz="914378">
              <a:defRPr/>
            </a:pPr>
            <a:r>
              <a:rPr lang="en-US" sz="1200" b="1" dirty="0">
                <a:solidFill>
                  <a:schemeClr val="tx2"/>
                </a:solidFill>
                <a:cs typeface="Arial" panose="020B0604020202020204" pitchFamily="34" charset="0"/>
              </a:rPr>
              <a:t>Multiple data points on light</a:t>
            </a:r>
          </a:p>
        </p:txBody>
      </p:sp>
      <p:sp>
        <p:nvSpPr>
          <p:cNvPr id="18" name="TextBox 17">
            <a:extLst>
              <a:ext uri="{FF2B5EF4-FFF2-40B4-BE49-F238E27FC236}">
                <a16:creationId xmlns:a16="http://schemas.microsoft.com/office/drawing/2014/main" id="{89FE482C-A7AA-AD42-B35D-B3282372DB2E}"/>
              </a:ext>
            </a:extLst>
          </p:cNvPr>
          <p:cNvSpPr txBox="1"/>
          <p:nvPr/>
        </p:nvSpPr>
        <p:spPr>
          <a:xfrm>
            <a:off x="1395982" y="3194779"/>
            <a:ext cx="766877" cy="230832"/>
          </a:xfrm>
          <a:prstGeom prst="rect">
            <a:avLst/>
          </a:prstGeom>
          <a:noFill/>
        </p:spPr>
        <p:txBody>
          <a:bodyPr wrap="none" rtlCol="0">
            <a:spAutoFit/>
          </a:bodyPr>
          <a:lstStyle/>
          <a:p>
            <a:pPr defTabSz="914378">
              <a:defRPr/>
            </a:pPr>
            <a:r>
              <a:rPr lang="en-US" sz="900" b="1" spc="80" dirty="0">
                <a:solidFill>
                  <a:schemeClr val="tx2"/>
                </a:solidFill>
                <a:cs typeface="Arial" panose="020B0604020202020204" pitchFamily="34" charset="0"/>
              </a:rPr>
              <a:t>Category</a:t>
            </a:r>
          </a:p>
        </p:txBody>
      </p:sp>
      <p:sp>
        <p:nvSpPr>
          <p:cNvPr id="19" name="TextBox 18">
            <a:extLst>
              <a:ext uri="{FF2B5EF4-FFF2-40B4-BE49-F238E27FC236}">
                <a16:creationId xmlns:a16="http://schemas.microsoft.com/office/drawing/2014/main" id="{47F007EA-7079-6548-97B2-141A3BB2E48F}"/>
              </a:ext>
            </a:extLst>
          </p:cNvPr>
          <p:cNvSpPr txBox="1"/>
          <p:nvPr/>
        </p:nvSpPr>
        <p:spPr>
          <a:xfrm>
            <a:off x="3552305" y="3383362"/>
            <a:ext cx="766877" cy="230832"/>
          </a:xfrm>
          <a:prstGeom prst="rect">
            <a:avLst/>
          </a:prstGeom>
          <a:noFill/>
        </p:spPr>
        <p:txBody>
          <a:bodyPr wrap="none" rtlCol="0">
            <a:spAutoFit/>
          </a:bodyPr>
          <a:lstStyle/>
          <a:p>
            <a:pPr defTabSz="914378">
              <a:defRPr/>
            </a:pPr>
            <a:r>
              <a:rPr lang="en-US" sz="900" b="1" spc="80" dirty="0">
                <a:solidFill>
                  <a:schemeClr val="tx2"/>
                </a:solidFill>
                <a:cs typeface="Arial" panose="020B0604020202020204" pitchFamily="34" charset="0"/>
              </a:rPr>
              <a:t>Category</a:t>
            </a:r>
          </a:p>
        </p:txBody>
      </p:sp>
      <p:sp>
        <p:nvSpPr>
          <p:cNvPr id="20" name="TextBox 19">
            <a:extLst>
              <a:ext uri="{FF2B5EF4-FFF2-40B4-BE49-F238E27FC236}">
                <a16:creationId xmlns:a16="http://schemas.microsoft.com/office/drawing/2014/main" id="{53CEDC44-D430-A141-B719-5BEE0C147015}"/>
              </a:ext>
            </a:extLst>
          </p:cNvPr>
          <p:cNvSpPr txBox="1"/>
          <p:nvPr/>
        </p:nvSpPr>
        <p:spPr>
          <a:xfrm>
            <a:off x="3449339" y="4147654"/>
            <a:ext cx="766877" cy="230832"/>
          </a:xfrm>
          <a:prstGeom prst="rect">
            <a:avLst/>
          </a:prstGeom>
          <a:noFill/>
        </p:spPr>
        <p:txBody>
          <a:bodyPr wrap="none" rtlCol="0">
            <a:spAutoFit/>
          </a:bodyPr>
          <a:lstStyle/>
          <a:p>
            <a:pPr defTabSz="914378">
              <a:defRPr/>
            </a:pPr>
            <a:r>
              <a:rPr lang="en-US" sz="900" b="1" spc="80" dirty="0">
                <a:solidFill>
                  <a:schemeClr val="tx2"/>
                </a:solidFill>
                <a:cs typeface="Arial" panose="020B0604020202020204" pitchFamily="34" charset="0"/>
              </a:rPr>
              <a:t>Category</a:t>
            </a:r>
          </a:p>
        </p:txBody>
      </p:sp>
      <p:sp>
        <p:nvSpPr>
          <p:cNvPr id="9" name="TextBox 8">
            <a:extLst>
              <a:ext uri="{FF2B5EF4-FFF2-40B4-BE49-F238E27FC236}">
                <a16:creationId xmlns:a16="http://schemas.microsoft.com/office/drawing/2014/main" id="{88B047B8-70BB-4561-F381-BDDCF1B9C5EE}"/>
              </a:ext>
            </a:extLst>
          </p:cNvPr>
          <p:cNvSpPr txBox="1"/>
          <p:nvPr/>
        </p:nvSpPr>
        <p:spPr>
          <a:xfrm>
            <a:off x="3203376" y="2887065"/>
            <a:ext cx="766877" cy="230832"/>
          </a:xfrm>
          <a:prstGeom prst="rect">
            <a:avLst/>
          </a:prstGeom>
          <a:noFill/>
        </p:spPr>
        <p:txBody>
          <a:bodyPr wrap="none" rtlCol="0">
            <a:spAutoFit/>
          </a:bodyPr>
          <a:lstStyle/>
          <a:p>
            <a:pPr defTabSz="914378">
              <a:defRPr/>
            </a:pPr>
            <a:r>
              <a:rPr lang="en-US" sz="900" b="1" spc="80" dirty="0">
                <a:solidFill>
                  <a:schemeClr val="tx2"/>
                </a:solidFill>
                <a:cs typeface="Arial" panose="020B0604020202020204" pitchFamily="34" charset="0"/>
              </a:rPr>
              <a:t>Category</a:t>
            </a:r>
          </a:p>
        </p:txBody>
      </p:sp>
      <p:sp>
        <p:nvSpPr>
          <p:cNvPr id="21" name="Rectangle 20">
            <a:extLst>
              <a:ext uri="{FF2B5EF4-FFF2-40B4-BE49-F238E27FC236}">
                <a16:creationId xmlns:a16="http://schemas.microsoft.com/office/drawing/2014/main" id="{E138E62B-57CC-167F-6D73-9F7BF359CD11}"/>
              </a:ext>
            </a:extLst>
          </p:cNvPr>
          <p:cNvSpPr/>
          <p:nvPr/>
        </p:nvSpPr>
        <p:spPr>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Chart 21">
            <a:extLst>
              <a:ext uri="{FF2B5EF4-FFF2-40B4-BE49-F238E27FC236}">
                <a16:creationId xmlns:a16="http://schemas.microsoft.com/office/drawing/2014/main" id="{82154832-6BA0-558B-4F48-DA5758062B64}"/>
              </a:ext>
            </a:extLst>
          </p:cNvPr>
          <p:cNvGraphicFramePr/>
          <p:nvPr>
            <p:extLst>
              <p:ext uri="{D42A27DB-BD31-4B8C-83A1-F6EECF244321}">
                <p14:modId xmlns:p14="http://schemas.microsoft.com/office/powerpoint/2010/main" val="928863562"/>
              </p:ext>
            </p:extLst>
          </p:nvPr>
        </p:nvGraphicFramePr>
        <p:xfrm>
          <a:off x="7680223" y="2865970"/>
          <a:ext cx="2679223" cy="1786149"/>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Box 22">
            <a:extLst>
              <a:ext uri="{FF2B5EF4-FFF2-40B4-BE49-F238E27FC236}">
                <a16:creationId xmlns:a16="http://schemas.microsoft.com/office/drawing/2014/main" id="{57E76226-7062-3E0A-9927-EA4D87249589}"/>
              </a:ext>
            </a:extLst>
          </p:cNvPr>
          <p:cNvSpPr txBox="1"/>
          <p:nvPr/>
        </p:nvSpPr>
        <p:spPr>
          <a:xfrm>
            <a:off x="7577326" y="2374791"/>
            <a:ext cx="2359154" cy="276999"/>
          </a:xfrm>
          <a:prstGeom prst="rect">
            <a:avLst/>
          </a:prstGeom>
          <a:noFill/>
        </p:spPr>
        <p:txBody>
          <a:bodyPr wrap="square" rtlCol="0">
            <a:spAutoFit/>
          </a:bodyPr>
          <a:lstStyle/>
          <a:p>
            <a:pPr defTabSz="914378">
              <a:defRPr/>
            </a:pPr>
            <a:r>
              <a:rPr lang="en-US" sz="1200" b="1" dirty="0">
                <a:solidFill>
                  <a:schemeClr val="bg2">
                    <a:lumMod val="95000"/>
                  </a:schemeClr>
                </a:solidFill>
                <a:cs typeface="Arial" panose="020B0604020202020204" pitchFamily="34" charset="0"/>
              </a:rPr>
              <a:t>Multiple data points on dark</a:t>
            </a:r>
          </a:p>
        </p:txBody>
      </p:sp>
      <p:sp>
        <p:nvSpPr>
          <p:cNvPr id="24" name="TextBox 23">
            <a:extLst>
              <a:ext uri="{FF2B5EF4-FFF2-40B4-BE49-F238E27FC236}">
                <a16:creationId xmlns:a16="http://schemas.microsoft.com/office/drawing/2014/main" id="{53771F81-8BE0-544D-62C2-F578E15E4DAC}"/>
              </a:ext>
            </a:extLst>
          </p:cNvPr>
          <p:cNvSpPr txBox="1"/>
          <p:nvPr/>
        </p:nvSpPr>
        <p:spPr>
          <a:xfrm>
            <a:off x="7577326" y="3194779"/>
            <a:ext cx="766877" cy="230832"/>
          </a:xfrm>
          <a:prstGeom prst="rect">
            <a:avLst/>
          </a:prstGeom>
          <a:noFill/>
        </p:spPr>
        <p:txBody>
          <a:bodyPr wrap="none" rtlCol="0">
            <a:spAutoFit/>
          </a:bodyPr>
          <a:lstStyle/>
          <a:p>
            <a:pPr defTabSz="914378">
              <a:defRPr/>
            </a:pPr>
            <a:r>
              <a:rPr lang="en-US" sz="900" b="1" spc="80" dirty="0">
                <a:solidFill>
                  <a:schemeClr val="bg2">
                    <a:lumMod val="95000"/>
                  </a:schemeClr>
                </a:solidFill>
                <a:cs typeface="Arial" panose="020B0604020202020204" pitchFamily="34" charset="0"/>
              </a:rPr>
              <a:t>Category</a:t>
            </a:r>
          </a:p>
        </p:txBody>
      </p:sp>
      <p:sp>
        <p:nvSpPr>
          <p:cNvPr id="25" name="TextBox 24">
            <a:extLst>
              <a:ext uri="{FF2B5EF4-FFF2-40B4-BE49-F238E27FC236}">
                <a16:creationId xmlns:a16="http://schemas.microsoft.com/office/drawing/2014/main" id="{6CBC1512-272E-04FC-E63D-5D1E9B0B7DA1}"/>
              </a:ext>
            </a:extLst>
          </p:cNvPr>
          <p:cNvSpPr txBox="1"/>
          <p:nvPr/>
        </p:nvSpPr>
        <p:spPr>
          <a:xfrm>
            <a:off x="9733649" y="3383362"/>
            <a:ext cx="766877" cy="230832"/>
          </a:xfrm>
          <a:prstGeom prst="rect">
            <a:avLst/>
          </a:prstGeom>
          <a:noFill/>
        </p:spPr>
        <p:txBody>
          <a:bodyPr wrap="none" rtlCol="0">
            <a:spAutoFit/>
          </a:bodyPr>
          <a:lstStyle/>
          <a:p>
            <a:pPr defTabSz="914378">
              <a:defRPr/>
            </a:pPr>
            <a:r>
              <a:rPr lang="en-US" sz="900" b="1" spc="80" dirty="0">
                <a:solidFill>
                  <a:schemeClr val="bg2">
                    <a:lumMod val="95000"/>
                  </a:schemeClr>
                </a:solidFill>
                <a:cs typeface="Arial" panose="020B0604020202020204" pitchFamily="34" charset="0"/>
              </a:rPr>
              <a:t>Category</a:t>
            </a:r>
          </a:p>
        </p:txBody>
      </p:sp>
      <p:sp>
        <p:nvSpPr>
          <p:cNvPr id="26" name="TextBox 25">
            <a:extLst>
              <a:ext uri="{FF2B5EF4-FFF2-40B4-BE49-F238E27FC236}">
                <a16:creationId xmlns:a16="http://schemas.microsoft.com/office/drawing/2014/main" id="{2E5E58CF-20C1-0D23-B783-40E1D1902CFC}"/>
              </a:ext>
            </a:extLst>
          </p:cNvPr>
          <p:cNvSpPr txBox="1"/>
          <p:nvPr/>
        </p:nvSpPr>
        <p:spPr>
          <a:xfrm>
            <a:off x="9630683" y="4147654"/>
            <a:ext cx="766877" cy="230832"/>
          </a:xfrm>
          <a:prstGeom prst="rect">
            <a:avLst/>
          </a:prstGeom>
          <a:noFill/>
        </p:spPr>
        <p:txBody>
          <a:bodyPr wrap="none" rtlCol="0">
            <a:spAutoFit/>
          </a:bodyPr>
          <a:lstStyle/>
          <a:p>
            <a:pPr defTabSz="914378">
              <a:defRPr/>
            </a:pPr>
            <a:r>
              <a:rPr lang="en-US" sz="900" b="1" spc="80" dirty="0">
                <a:solidFill>
                  <a:schemeClr val="bg2">
                    <a:lumMod val="95000"/>
                  </a:schemeClr>
                </a:solidFill>
                <a:cs typeface="Arial" panose="020B0604020202020204" pitchFamily="34" charset="0"/>
              </a:rPr>
              <a:t>Category</a:t>
            </a:r>
          </a:p>
        </p:txBody>
      </p:sp>
      <p:sp>
        <p:nvSpPr>
          <p:cNvPr id="27" name="TextBox 26">
            <a:extLst>
              <a:ext uri="{FF2B5EF4-FFF2-40B4-BE49-F238E27FC236}">
                <a16:creationId xmlns:a16="http://schemas.microsoft.com/office/drawing/2014/main" id="{B1AECBBD-8F80-D060-A784-1D2207244AA4}"/>
              </a:ext>
            </a:extLst>
          </p:cNvPr>
          <p:cNvSpPr txBox="1"/>
          <p:nvPr/>
        </p:nvSpPr>
        <p:spPr>
          <a:xfrm>
            <a:off x="9384720" y="2887065"/>
            <a:ext cx="766877" cy="230832"/>
          </a:xfrm>
          <a:prstGeom prst="rect">
            <a:avLst/>
          </a:prstGeom>
          <a:noFill/>
        </p:spPr>
        <p:txBody>
          <a:bodyPr wrap="none" rtlCol="0">
            <a:spAutoFit/>
          </a:bodyPr>
          <a:lstStyle/>
          <a:p>
            <a:pPr defTabSz="914378">
              <a:defRPr/>
            </a:pPr>
            <a:r>
              <a:rPr lang="en-US" sz="900" b="1" spc="80" dirty="0">
                <a:solidFill>
                  <a:schemeClr val="bg2">
                    <a:lumMod val="95000"/>
                  </a:schemeClr>
                </a:solidFill>
                <a:cs typeface="Arial" panose="020B0604020202020204" pitchFamily="34" charset="0"/>
              </a:rPr>
              <a:t>Category</a:t>
            </a:r>
          </a:p>
        </p:txBody>
      </p:sp>
      <p:sp>
        <p:nvSpPr>
          <p:cNvPr id="3" name="Slide Number Placeholder 2">
            <a:extLst>
              <a:ext uri="{FF2B5EF4-FFF2-40B4-BE49-F238E27FC236}">
                <a16:creationId xmlns:a16="http://schemas.microsoft.com/office/drawing/2014/main" id="{CB6C3F2E-BDE4-A56E-83F6-C04F7650F13A}"/>
              </a:ext>
            </a:extLst>
          </p:cNvPr>
          <p:cNvSpPr>
            <a:spLocks noGrp="1"/>
          </p:cNvSpPr>
          <p:nvPr>
            <p:ph type="sldNum" sz="quarter" idx="4"/>
          </p:nvPr>
        </p:nvSpPr>
        <p:spPr/>
        <p:txBody>
          <a:bodyPr/>
          <a:lstStyle/>
          <a:p>
            <a:fld id="{C53E075B-3175-45CF-B3C7-FEDF3F5961E3}" type="slidenum">
              <a:rPr lang="en-US" smtClean="0"/>
              <a:pPr/>
              <a:t>33</a:t>
            </a:fld>
            <a:endParaRPr lang="en-US" dirty="0"/>
          </a:p>
        </p:txBody>
      </p:sp>
    </p:spTree>
    <p:extLst>
      <p:ext uri="{BB962C8B-B14F-4D97-AF65-F5344CB8AC3E}">
        <p14:creationId xmlns:p14="http://schemas.microsoft.com/office/powerpoint/2010/main" val="947695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CF36B7-6E39-5A1F-7818-A8B507449357}"/>
              </a:ext>
            </a:extLst>
          </p:cNvPr>
          <p:cNvSpPr/>
          <p:nvPr/>
        </p:nvSpPr>
        <p:spPr>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285CFD-8A77-1544-B303-E7F91A73D9CD}"/>
              </a:ext>
            </a:extLst>
          </p:cNvPr>
          <p:cNvSpPr>
            <a:spLocks noGrp="1"/>
          </p:cNvSpPr>
          <p:nvPr>
            <p:ph type="title"/>
          </p:nvPr>
        </p:nvSpPr>
        <p:spPr/>
        <p:txBody>
          <a:bodyPr/>
          <a:lstStyle/>
          <a:p>
            <a:r>
              <a:rPr lang="en-US" dirty="0"/>
              <a:t>Charts</a:t>
            </a:r>
          </a:p>
        </p:txBody>
      </p:sp>
      <p:graphicFrame>
        <p:nvGraphicFramePr>
          <p:cNvPr id="4" name="Chart 3">
            <a:extLst>
              <a:ext uri="{FF2B5EF4-FFF2-40B4-BE49-F238E27FC236}">
                <a16:creationId xmlns:a16="http://schemas.microsoft.com/office/drawing/2014/main" id="{E02A5786-EA1F-8083-6B67-E8C2F925358E}"/>
              </a:ext>
            </a:extLst>
          </p:cNvPr>
          <p:cNvGraphicFramePr/>
          <p:nvPr>
            <p:extLst>
              <p:ext uri="{D42A27DB-BD31-4B8C-83A1-F6EECF244321}">
                <p14:modId xmlns:p14="http://schemas.microsoft.com/office/powerpoint/2010/main" val="389263904"/>
              </p:ext>
            </p:extLst>
          </p:nvPr>
        </p:nvGraphicFramePr>
        <p:xfrm>
          <a:off x="633247" y="2305213"/>
          <a:ext cx="4423146" cy="294149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92A48594-0FBB-F3D4-629F-70699E2442C9}"/>
              </a:ext>
            </a:extLst>
          </p:cNvPr>
          <p:cNvGraphicFramePr/>
          <p:nvPr>
            <p:extLst>
              <p:ext uri="{D42A27DB-BD31-4B8C-83A1-F6EECF244321}">
                <p14:modId xmlns:p14="http://schemas.microsoft.com/office/powerpoint/2010/main" val="4212237161"/>
              </p:ext>
            </p:extLst>
          </p:nvPr>
        </p:nvGraphicFramePr>
        <p:xfrm>
          <a:off x="6768233" y="2305213"/>
          <a:ext cx="4423146" cy="2941493"/>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D001B375-3A39-E43C-1D88-4B139B2C1E36}"/>
              </a:ext>
            </a:extLst>
          </p:cNvPr>
          <p:cNvSpPr txBox="1"/>
          <p:nvPr/>
        </p:nvSpPr>
        <p:spPr>
          <a:xfrm>
            <a:off x="809296" y="1952540"/>
            <a:ext cx="2359154" cy="276999"/>
          </a:xfrm>
          <a:prstGeom prst="rect">
            <a:avLst/>
          </a:prstGeom>
          <a:noFill/>
        </p:spPr>
        <p:txBody>
          <a:bodyPr wrap="square" rtlCol="0">
            <a:spAutoFit/>
          </a:bodyPr>
          <a:lstStyle/>
          <a:p>
            <a:pPr defTabSz="914378">
              <a:defRPr/>
            </a:pPr>
            <a:r>
              <a:rPr lang="en-US" sz="1200" b="1" dirty="0">
                <a:solidFill>
                  <a:schemeClr val="tx2"/>
                </a:solidFill>
                <a:cs typeface="Arial" panose="020B0604020202020204" pitchFamily="34" charset="0"/>
              </a:rPr>
              <a:t>Line chart on light</a:t>
            </a:r>
          </a:p>
        </p:txBody>
      </p:sp>
      <p:sp>
        <p:nvSpPr>
          <p:cNvPr id="9" name="TextBox 8">
            <a:extLst>
              <a:ext uri="{FF2B5EF4-FFF2-40B4-BE49-F238E27FC236}">
                <a16:creationId xmlns:a16="http://schemas.microsoft.com/office/drawing/2014/main" id="{A88259F1-736A-44D6-C256-F5468D871853}"/>
              </a:ext>
            </a:extLst>
          </p:cNvPr>
          <p:cNvSpPr txBox="1"/>
          <p:nvPr/>
        </p:nvSpPr>
        <p:spPr>
          <a:xfrm>
            <a:off x="6926842" y="1952540"/>
            <a:ext cx="2359154" cy="276999"/>
          </a:xfrm>
          <a:prstGeom prst="rect">
            <a:avLst/>
          </a:prstGeom>
          <a:noFill/>
        </p:spPr>
        <p:txBody>
          <a:bodyPr wrap="square" rtlCol="0">
            <a:spAutoFit/>
          </a:bodyPr>
          <a:lstStyle/>
          <a:p>
            <a:pPr defTabSz="914378">
              <a:defRPr/>
            </a:pPr>
            <a:r>
              <a:rPr lang="en-US" sz="1200" b="1" dirty="0">
                <a:solidFill>
                  <a:schemeClr val="bg2">
                    <a:lumMod val="95000"/>
                  </a:schemeClr>
                </a:solidFill>
                <a:cs typeface="Arial" panose="020B0604020202020204" pitchFamily="34" charset="0"/>
              </a:rPr>
              <a:t>Line chart on dark</a:t>
            </a:r>
          </a:p>
        </p:txBody>
      </p:sp>
      <p:sp>
        <p:nvSpPr>
          <p:cNvPr id="3" name="Footer Placeholder 2">
            <a:extLst>
              <a:ext uri="{FF2B5EF4-FFF2-40B4-BE49-F238E27FC236}">
                <a16:creationId xmlns:a16="http://schemas.microsoft.com/office/drawing/2014/main" id="{E054FD92-23D5-6083-B8C7-72AB63CAEC98}"/>
              </a:ext>
            </a:extLst>
          </p:cNvPr>
          <p:cNvSpPr>
            <a:spLocks noGrp="1"/>
          </p:cNvSpPr>
          <p:nvPr>
            <p:ph type="ftr" sz="quarter" idx="11"/>
          </p:nvPr>
        </p:nvSpPr>
        <p:spPr/>
        <p:txBody>
          <a:bodyPr/>
          <a:lstStyle/>
          <a:p>
            <a:r>
              <a:rPr lang="en-US"/>
              <a:t>© 2023 Cognizant | Confidential &amp; Proprietary</a:t>
            </a:r>
            <a:endParaRPr lang="en-US" dirty="0"/>
          </a:p>
        </p:txBody>
      </p:sp>
      <p:sp>
        <p:nvSpPr>
          <p:cNvPr id="10" name="Slide Number Placeholder 9">
            <a:extLst>
              <a:ext uri="{FF2B5EF4-FFF2-40B4-BE49-F238E27FC236}">
                <a16:creationId xmlns:a16="http://schemas.microsoft.com/office/drawing/2014/main" id="{9F3AAD3F-9459-5D4E-79E5-DA7E44DDAC1A}"/>
              </a:ext>
            </a:extLst>
          </p:cNvPr>
          <p:cNvSpPr>
            <a:spLocks noGrp="1"/>
          </p:cNvSpPr>
          <p:nvPr>
            <p:ph type="sldNum" sz="quarter" idx="12"/>
          </p:nvPr>
        </p:nvSpPr>
        <p:spPr/>
        <p:txBody>
          <a:bodyPr/>
          <a:lstStyle/>
          <a:p>
            <a:fld id="{C53E075B-3175-45CF-B3C7-FEDF3F5961E3}" type="slidenum">
              <a:rPr lang="en-US" smtClean="0"/>
              <a:pPr/>
              <a:t>34</a:t>
            </a:fld>
            <a:endParaRPr lang="en-US" dirty="0"/>
          </a:p>
        </p:txBody>
      </p:sp>
    </p:spTree>
    <p:extLst>
      <p:ext uri="{BB962C8B-B14F-4D97-AF65-F5344CB8AC3E}">
        <p14:creationId xmlns:p14="http://schemas.microsoft.com/office/powerpoint/2010/main" val="42478924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1BFE7-BFFD-0745-92C0-7A3615578843}"/>
              </a:ext>
            </a:extLst>
          </p:cNvPr>
          <p:cNvSpPr>
            <a:spLocks noGrp="1"/>
          </p:cNvSpPr>
          <p:nvPr>
            <p:ph type="title"/>
          </p:nvPr>
        </p:nvSpPr>
        <p:spPr>
          <a:xfrm>
            <a:off x="457198" y="557784"/>
            <a:ext cx="10808209" cy="307777"/>
          </a:xfrm>
        </p:spPr>
        <p:txBody>
          <a:bodyPr/>
          <a:lstStyle/>
          <a:p>
            <a:r>
              <a:rPr lang="en-US" dirty="0"/>
              <a:t>Gradient lines and boxes</a:t>
            </a:r>
          </a:p>
        </p:txBody>
      </p:sp>
      <p:sp>
        <p:nvSpPr>
          <p:cNvPr id="4" name="Footer Placeholder 3">
            <a:extLst>
              <a:ext uri="{FF2B5EF4-FFF2-40B4-BE49-F238E27FC236}">
                <a16:creationId xmlns:a16="http://schemas.microsoft.com/office/drawing/2014/main" id="{2162F47C-5213-EE4A-9E04-29C29117544E}"/>
              </a:ext>
            </a:extLst>
          </p:cNvPr>
          <p:cNvSpPr>
            <a:spLocks noGrp="1"/>
          </p:cNvSpPr>
          <p:nvPr>
            <p:ph type="ftr" sz="quarter" idx="3"/>
          </p:nvPr>
        </p:nvSpPr>
        <p:spPr>
          <a:xfrm>
            <a:off x="1042416" y="6438349"/>
            <a:ext cx="1198179" cy="190416"/>
          </a:xfrm>
        </p:spPr>
        <p:txBody>
          <a:bodyPr/>
          <a:lstStyle/>
          <a:p>
            <a:r>
              <a:rPr lang="en-US"/>
              <a:t>© 2023 Cognizant | Confidential &amp; Proprietary</a:t>
            </a:r>
            <a:endParaRPr lang="en-US" dirty="0"/>
          </a:p>
        </p:txBody>
      </p:sp>
      <p:sp>
        <p:nvSpPr>
          <p:cNvPr id="14" name="TextBox 13">
            <a:extLst>
              <a:ext uri="{FF2B5EF4-FFF2-40B4-BE49-F238E27FC236}">
                <a16:creationId xmlns:a16="http://schemas.microsoft.com/office/drawing/2014/main" id="{7672D5B8-42AC-7E33-9B10-35048BAF3406}"/>
              </a:ext>
            </a:extLst>
          </p:cNvPr>
          <p:cNvSpPr txBox="1"/>
          <p:nvPr/>
        </p:nvSpPr>
        <p:spPr>
          <a:xfrm>
            <a:off x="6186180" y="3858205"/>
            <a:ext cx="1745508" cy="191964"/>
          </a:xfrm>
          <a:prstGeom prst="rect">
            <a:avLst/>
          </a:prstGeom>
          <a:noFill/>
        </p:spPr>
        <p:txBody>
          <a:bodyPr wrap="square" lIns="0" tIns="0" rIns="0" bIns="0" rtlCol="0">
            <a:noAutofit/>
          </a:bodyPr>
          <a:lstStyle/>
          <a:p>
            <a:r>
              <a:rPr lang="en-US" sz="1200" b="1" dirty="0"/>
              <a:t>45º gradient box</a:t>
            </a:r>
          </a:p>
        </p:txBody>
      </p:sp>
      <p:sp>
        <p:nvSpPr>
          <p:cNvPr id="25" name="Rectangle 24">
            <a:extLst>
              <a:ext uri="{FF2B5EF4-FFF2-40B4-BE49-F238E27FC236}">
                <a16:creationId xmlns:a16="http://schemas.microsoft.com/office/drawing/2014/main" id="{989EE110-C9EB-F65F-1D41-C3778C0C730B}"/>
              </a:ext>
            </a:extLst>
          </p:cNvPr>
          <p:cNvSpPr/>
          <p:nvPr/>
        </p:nvSpPr>
        <p:spPr>
          <a:xfrm>
            <a:off x="6186180" y="4270821"/>
            <a:ext cx="1591615" cy="1591615"/>
          </a:xfrm>
          <a:prstGeom prst="rect">
            <a:avLst/>
          </a:prstGeom>
          <a:noFill/>
          <a:ln w="31750">
            <a:gradFill>
              <a:gsLst>
                <a:gs pos="0">
                  <a:schemeClr val="accent1"/>
                </a:gs>
                <a:gs pos="51000">
                  <a:schemeClr val="accent3"/>
                </a:gs>
                <a:gs pos="100000">
                  <a:schemeClr val="accent5"/>
                </a:gs>
              </a:gsLst>
              <a:lin ang="7800000" scaled="0"/>
            </a:grad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lstStyle/>
          <a:p>
            <a:r>
              <a:rPr lang="en-US" sz="1800" b="1" dirty="0">
                <a:solidFill>
                  <a:schemeClr val="tx2"/>
                </a:solidFill>
                <a:latin typeface="Gellix SemiBold" pitchFamily="2" charset="77"/>
                <a:cs typeface="Gellix SemiBold" pitchFamily="2" charset="77"/>
              </a:rPr>
              <a:t>Topic</a:t>
            </a:r>
            <a:endParaRPr lang="en-US" sz="1100" dirty="0">
              <a:solidFill>
                <a:schemeClr val="tx2"/>
              </a:solidFill>
              <a:latin typeface="Gellix" pitchFamily="2" charset="77"/>
              <a:cs typeface="Gellix" pitchFamily="2" charset="77"/>
            </a:endParaRPr>
          </a:p>
          <a:p>
            <a:endParaRPr lang="en-US" sz="500" dirty="0">
              <a:solidFill>
                <a:schemeClr val="tx2"/>
              </a:solidFill>
              <a:latin typeface="Gellix" pitchFamily="2" charset="77"/>
              <a:cs typeface="Gellix" pitchFamily="2" charset="77"/>
            </a:endParaRPr>
          </a:p>
          <a:p>
            <a:r>
              <a:rPr lang="en-US" sz="3200" b="1" dirty="0">
                <a:solidFill>
                  <a:schemeClr val="tx2"/>
                </a:solidFill>
                <a:latin typeface="Gellix SemiBold" pitchFamily="2" charset="77"/>
                <a:cs typeface="Gellix SemiBold" pitchFamily="2" charset="77"/>
              </a:rPr>
              <a:t>100+</a:t>
            </a:r>
          </a:p>
        </p:txBody>
      </p:sp>
      <p:sp>
        <p:nvSpPr>
          <p:cNvPr id="27" name="TextBox 26">
            <a:extLst>
              <a:ext uri="{FF2B5EF4-FFF2-40B4-BE49-F238E27FC236}">
                <a16:creationId xmlns:a16="http://schemas.microsoft.com/office/drawing/2014/main" id="{3216BC2B-8C67-5864-25E5-9EC3F9541FEB}"/>
              </a:ext>
            </a:extLst>
          </p:cNvPr>
          <p:cNvSpPr txBox="1"/>
          <p:nvPr/>
        </p:nvSpPr>
        <p:spPr>
          <a:xfrm>
            <a:off x="6186179" y="1441474"/>
            <a:ext cx="1932121" cy="191964"/>
          </a:xfrm>
          <a:prstGeom prst="rect">
            <a:avLst/>
          </a:prstGeom>
          <a:noFill/>
        </p:spPr>
        <p:txBody>
          <a:bodyPr wrap="square" lIns="0" tIns="0" rIns="0" bIns="0" rtlCol="0">
            <a:noAutofit/>
          </a:bodyPr>
          <a:lstStyle/>
          <a:p>
            <a:r>
              <a:rPr lang="en-US" sz="1200" b="1" dirty="0"/>
              <a:t>Horizontal gradient box</a:t>
            </a:r>
          </a:p>
        </p:txBody>
      </p:sp>
      <p:sp>
        <p:nvSpPr>
          <p:cNvPr id="33" name="Rectangle 32">
            <a:extLst>
              <a:ext uri="{FF2B5EF4-FFF2-40B4-BE49-F238E27FC236}">
                <a16:creationId xmlns:a16="http://schemas.microsoft.com/office/drawing/2014/main" id="{649F355A-DC88-EE9D-DC29-FB5D7FEBA3DB}"/>
              </a:ext>
            </a:extLst>
          </p:cNvPr>
          <p:cNvSpPr/>
          <p:nvPr/>
        </p:nvSpPr>
        <p:spPr>
          <a:xfrm>
            <a:off x="6186180" y="1854090"/>
            <a:ext cx="1591615" cy="1591615"/>
          </a:xfrm>
          <a:prstGeom prst="rect">
            <a:avLst/>
          </a:prstGeom>
          <a:noFill/>
          <a:ln w="31750">
            <a:gradFill>
              <a:gsLst>
                <a:gs pos="0">
                  <a:schemeClr val="accent1"/>
                </a:gs>
                <a:gs pos="40000">
                  <a:schemeClr val="accent3"/>
                </a:gs>
                <a:gs pos="100000">
                  <a:schemeClr val="accent5"/>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lstStyle/>
          <a:p>
            <a:r>
              <a:rPr lang="en-US" sz="1800" b="1" dirty="0">
                <a:solidFill>
                  <a:schemeClr val="tx2"/>
                </a:solidFill>
                <a:latin typeface="Gellix SemiBold" pitchFamily="2" charset="77"/>
                <a:cs typeface="Gellix SemiBold" pitchFamily="2" charset="77"/>
              </a:rPr>
              <a:t>Topic</a:t>
            </a:r>
            <a:endParaRPr lang="en-US" sz="1100" dirty="0">
              <a:solidFill>
                <a:schemeClr val="tx2"/>
              </a:solidFill>
              <a:latin typeface="Gellix" pitchFamily="2" charset="77"/>
              <a:cs typeface="Gellix" pitchFamily="2" charset="77"/>
            </a:endParaRPr>
          </a:p>
          <a:p>
            <a:endParaRPr lang="en-US" sz="500" dirty="0">
              <a:solidFill>
                <a:schemeClr val="tx2"/>
              </a:solidFill>
              <a:latin typeface="Gellix" pitchFamily="2" charset="77"/>
              <a:cs typeface="Gellix" pitchFamily="2" charset="77"/>
            </a:endParaRPr>
          </a:p>
          <a:p>
            <a:r>
              <a:rPr lang="en-US" sz="3200" b="1" dirty="0">
                <a:solidFill>
                  <a:schemeClr val="tx2"/>
                </a:solidFill>
                <a:latin typeface="Gellix SemiBold" pitchFamily="2" charset="77"/>
                <a:cs typeface="Gellix SemiBold" pitchFamily="2" charset="77"/>
              </a:rPr>
              <a:t>100+</a:t>
            </a:r>
          </a:p>
        </p:txBody>
      </p:sp>
      <p:sp>
        <p:nvSpPr>
          <p:cNvPr id="35" name="Rectangle 34">
            <a:extLst>
              <a:ext uri="{FF2B5EF4-FFF2-40B4-BE49-F238E27FC236}">
                <a16:creationId xmlns:a16="http://schemas.microsoft.com/office/drawing/2014/main" id="{5DC83C82-E270-EBF9-D454-C65407ACB114}"/>
              </a:ext>
            </a:extLst>
          </p:cNvPr>
          <p:cNvSpPr/>
          <p:nvPr/>
        </p:nvSpPr>
        <p:spPr>
          <a:xfrm rot="5400000">
            <a:off x="7997407" y="1854090"/>
            <a:ext cx="563638" cy="563638"/>
          </a:xfrm>
          <a:prstGeom prst="rect">
            <a:avLst/>
          </a:prstGeom>
          <a:noFill/>
          <a:ln w="31750">
            <a:gradFill>
              <a:gsLst>
                <a:gs pos="0">
                  <a:schemeClr val="accent1"/>
                </a:gs>
                <a:gs pos="32000">
                  <a:schemeClr val="accent2"/>
                </a:gs>
                <a:gs pos="100000">
                  <a:schemeClr val="accent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F92032E4-C456-E501-5D8A-5E6C51FAB00C}"/>
              </a:ext>
            </a:extLst>
          </p:cNvPr>
          <p:cNvGrpSpPr/>
          <p:nvPr/>
        </p:nvGrpSpPr>
        <p:grpSpPr>
          <a:xfrm>
            <a:off x="8088762" y="2108787"/>
            <a:ext cx="380929" cy="54244"/>
            <a:chOff x="2558073" y="2124903"/>
            <a:chExt cx="380929" cy="54244"/>
          </a:xfrm>
        </p:grpSpPr>
        <p:sp>
          <p:nvSpPr>
            <p:cNvPr id="36" name="Oval 35">
              <a:extLst>
                <a:ext uri="{FF2B5EF4-FFF2-40B4-BE49-F238E27FC236}">
                  <a16:creationId xmlns:a16="http://schemas.microsoft.com/office/drawing/2014/main" id="{ABDE73C6-4DDC-FDDA-ADFE-27B02331240A}"/>
                </a:ext>
              </a:extLst>
            </p:cNvPr>
            <p:cNvSpPr/>
            <p:nvPr/>
          </p:nvSpPr>
          <p:spPr>
            <a:xfrm>
              <a:off x="2721415" y="2124903"/>
              <a:ext cx="54244" cy="5424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D8F7C790-1D38-80C8-0025-9559E5711AAE}"/>
                </a:ext>
              </a:extLst>
            </p:cNvPr>
            <p:cNvSpPr/>
            <p:nvPr/>
          </p:nvSpPr>
          <p:spPr>
            <a:xfrm>
              <a:off x="2884758" y="2124903"/>
              <a:ext cx="54244" cy="5424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E75DB962-3634-1CB6-267C-18FBB48F6DA2}"/>
                </a:ext>
              </a:extLst>
            </p:cNvPr>
            <p:cNvSpPr/>
            <p:nvPr/>
          </p:nvSpPr>
          <p:spPr>
            <a:xfrm>
              <a:off x="2558073" y="2124903"/>
              <a:ext cx="54244" cy="5424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A2EDA9DF-3D8E-66D8-2341-3849F99454AF}"/>
              </a:ext>
            </a:extLst>
          </p:cNvPr>
          <p:cNvGrpSpPr/>
          <p:nvPr/>
        </p:nvGrpSpPr>
        <p:grpSpPr>
          <a:xfrm>
            <a:off x="7997407" y="4270821"/>
            <a:ext cx="563638" cy="563638"/>
            <a:chOff x="2460207" y="4024470"/>
            <a:chExt cx="563638" cy="563638"/>
          </a:xfrm>
        </p:grpSpPr>
        <p:sp>
          <p:nvSpPr>
            <p:cNvPr id="34" name="Rectangle 33">
              <a:extLst>
                <a:ext uri="{FF2B5EF4-FFF2-40B4-BE49-F238E27FC236}">
                  <a16:creationId xmlns:a16="http://schemas.microsoft.com/office/drawing/2014/main" id="{23A45493-1DD0-E913-7687-087F1C018E15}"/>
                </a:ext>
              </a:extLst>
            </p:cNvPr>
            <p:cNvSpPr/>
            <p:nvPr/>
          </p:nvSpPr>
          <p:spPr>
            <a:xfrm rot="5400000">
              <a:off x="2460207" y="4024470"/>
              <a:ext cx="563638" cy="563638"/>
            </a:xfrm>
            <a:prstGeom prst="rect">
              <a:avLst/>
            </a:prstGeom>
            <a:noFill/>
            <a:ln w="31750">
              <a:gradFill>
                <a:gsLst>
                  <a:gs pos="0">
                    <a:schemeClr val="accent1"/>
                  </a:gs>
                  <a:gs pos="33000">
                    <a:schemeClr val="accent2"/>
                  </a:gs>
                  <a:gs pos="100000">
                    <a:schemeClr val="accent5"/>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05C85AA7-7437-BD24-D9A0-6BC0E3BA2F2C}"/>
                </a:ext>
              </a:extLst>
            </p:cNvPr>
            <p:cNvGrpSpPr/>
            <p:nvPr/>
          </p:nvGrpSpPr>
          <p:grpSpPr>
            <a:xfrm rot="19119888">
              <a:off x="2551562" y="4283313"/>
              <a:ext cx="380929" cy="54244"/>
              <a:chOff x="2558073" y="2124903"/>
              <a:chExt cx="380929" cy="54244"/>
            </a:xfrm>
          </p:grpSpPr>
          <p:sp>
            <p:nvSpPr>
              <p:cNvPr id="42" name="Oval 41">
                <a:extLst>
                  <a:ext uri="{FF2B5EF4-FFF2-40B4-BE49-F238E27FC236}">
                    <a16:creationId xmlns:a16="http://schemas.microsoft.com/office/drawing/2014/main" id="{60C87311-B946-6E94-87AE-C52816D2B862}"/>
                  </a:ext>
                </a:extLst>
              </p:cNvPr>
              <p:cNvSpPr/>
              <p:nvPr/>
            </p:nvSpPr>
            <p:spPr>
              <a:xfrm>
                <a:off x="2721415" y="2124903"/>
                <a:ext cx="54244" cy="5424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AB9CB59-3E08-C2D3-8971-9EC6F523A6B4}"/>
                  </a:ext>
                </a:extLst>
              </p:cNvPr>
              <p:cNvSpPr/>
              <p:nvPr/>
            </p:nvSpPr>
            <p:spPr>
              <a:xfrm>
                <a:off x="2884758" y="2124903"/>
                <a:ext cx="54244" cy="5424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6D435E1F-FA0F-8F2D-490B-005292A23F1C}"/>
                  </a:ext>
                </a:extLst>
              </p:cNvPr>
              <p:cNvSpPr/>
              <p:nvPr/>
            </p:nvSpPr>
            <p:spPr>
              <a:xfrm>
                <a:off x="2558073" y="2124903"/>
                <a:ext cx="54244" cy="5424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6" name="TextBox 45">
            <a:extLst>
              <a:ext uri="{FF2B5EF4-FFF2-40B4-BE49-F238E27FC236}">
                <a16:creationId xmlns:a16="http://schemas.microsoft.com/office/drawing/2014/main" id="{D4654AF9-B687-1C28-5ECE-8DC339CEB67C}"/>
              </a:ext>
            </a:extLst>
          </p:cNvPr>
          <p:cNvSpPr txBox="1"/>
          <p:nvPr/>
        </p:nvSpPr>
        <p:spPr>
          <a:xfrm>
            <a:off x="3173625" y="3858205"/>
            <a:ext cx="1745508" cy="191964"/>
          </a:xfrm>
          <a:prstGeom prst="rect">
            <a:avLst/>
          </a:prstGeom>
          <a:noFill/>
        </p:spPr>
        <p:txBody>
          <a:bodyPr wrap="square" lIns="0" tIns="0" rIns="0" bIns="0" rtlCol="0">
            <a:noAutofit/>
          </a:bodyPr>
          <a:lstStyle/>
          <a:p>
            <a:r>
              <a:rPr lang="en-US" sz="1200" b="1" dirty="0"/>
              <a:t>Vertical gradient line</a:t>
            </a:r>
          </a:p>
        </p:txBody>
      </p:sp>
      <p:sp>
        <p:nvSpPr>
          <p:cNvPr id="49" name="TextBox 48">
            <a:extLst>
              <a:ext uri="{FF2B5EF4-FFF2-40B4-BE49-F238E27FC236}">
                <a16:creationId xmlns:a16="http://schemas.microsoft.com/office/drawing/2014/main" id="{6E9B619A-3DBD-A732-777E-EF6E105E8B71}"/>
              </a:ext>
            </a:extLst>
          </p:cNvPr>
          <p:cNvSpPr txBox="1"/>
          <p:nvPr/>
        </p:nvSpPr>
        <p:spPr>
          <a:xfrm>
            <a:off x="3173625" y="1441474"/>
            <a:ext cx="1745508" cy="191964"/>
          </a:xfrm>
          <a:prstGeom prst="rect">
            <a:avLst/>
          </a:prstGeom>
          <a:noFill/>
        </p:spPr>
        <p:txBody>
          <a:bodyPr wrap="square" lIns="0" tIns="0" rIns="0" bIns="0" rtlCol="0">
            <a:noAutofit/>
          </a:bodyPr>
          <a:lstStyle/>
          <a:p>
            <a:r>
              <a:rPr lang="en-US" sz="1200" b="1" dirty="0"/>
              <a:t>Horizontal gradient line</a:t>
            </a:r>
          </a:p>
        </p:txBody>
      </p:sp>
      <p:cxnSp>
        <p:nvCxnSpPr>
          <p:cNvPr id="63" name="Straight Connector 62">
            <a:extLst>
              <a:ext uri="{FF2B5EF4-FFF2-40B4-BE49-F238E27FC236}">
                <a16:creationId xmlns:a16="http://schemas.microsoft.com/office/drawing/2014/main" id="{4A48F270-7C4E-F474-12A9-0A774EB0D392}"/>
              </a:ext>
            </a:extLst>
          </p:cNvPr>
          <p:cNvCxnSpPr>
            <a:cxnSpLocks/>
          </p:cNvCxnSpPr>
          <p:nvPr/>
        </p:nvCxnSpPr>
        <p:spPr>
          <a:xfrm>
            <a:off x="3173625" y="1854090"/>
            <a:ext cx="1592969" cy="0"/>
          </a:xfrm>
          <a:prstGeom prst="line">
            <a:avLst/>
          </a:prstGeom>
          <a:noFill/>
          <a:ln w="31750">
            <a:gradFill flip="none" rotWithShape="1">
              <a:gsLst>
                <a:gs pos="0">
                  <a:schemeClr val="accent1"/>
                </a:gs>
                <a:gs pos="40000">
                  <a:schemeClr val="accent3"/>
                </a:gs>
                <a:gs pos="100000">
                  <a:schemeClr val="accent5"/>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A65E9767-E49A-78B9-1782-D4A191BC6327}"/>
              </a:ext>
            </a:extLst>
          </p:cNvPr>
          <p:cNvCxnSpPr>
            <a:cxnSpLocks/>
          </p:cNvCxnSpPr>
          <p:nvPr/>
        </p:nvCxnSpPr>
        <p:spPr>
          <a:xfrm>
            <a:off x="3180856" y="4270821"/>
            <a:ext cx="0" cy="1591615"/>
          </a:xfrm>
          <a:prstGeom prst="line">
            <a:avLst/>
          </a:prstGeom>
          <a:noFill/>
          <a:ln w="31750">
            <a:gradFill flip="none" rotWithShape="1">
              <a:gsLst>
                <a:gs pos="0">
                  <a:schemeClr val="accent1"/>
                </a:gs>
                <a:gs pos="40000">
                  <a:schemeClr val="accent3"/>
                </a:gs>
                <a:gs pos="100000">
                  <a:schemeClr val="accent5"/>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cxnSp>
      <p:sp>
        <p:nvSpPr>
          <p:cNvPr id="3" name="Slide Number Placeholder 2">
            <a:extLst>
              <a:ext uri="{FF2B5EF4-FFF2-40B4-BE49-F238E27FC236}">
                <a16:creationId xmlns:a16="http://schemas.microsoft.com/office/drawing/2014/main" id="{2EEEDCD1-B781-9018-FD8E-3EE1B5AA8749}"/>
              </a:ext>
            </a:extLst>
          </p:cNvPr>
          <p:cNvSpPr>
            <a:spLocks noGrp="1"/>
          </p:cNvSpPr>
          <p:nvPr>
            <p:ph type="sldNum" sz="quarter" idx="4"/>
          </p:nvPr>
        </p:nvSpPr>
        <p:spPr/>
        <p:txBody>
          <a:bodyPr/>
          <a:lstStyle/>
          <a:p>
            <a:fld id="{C53E075B-3175-45CF-B3C7-FEDF3F5961E3}" type="slidenum">
              <a:rPr lang="en-US" smtClean="0"/>
              <a:pPr/>
              <a:t>35</a:t>
            </a:fld>
            <a:endParaRPr lang="en-US" dirty="0"/>
          </a:p>
        </p:txBody>
      </p:sp>
    </p:spTree>
    <p:extLst>
      <p:ext uri="{BB962C8B-B14F-4D97-AF65-F5344CB8AC3E}">
        <p14:creationId xmlns:p14="http://schemas.microsoft.com/office/powerpoint/2010/main" val="15330874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4114553775"/>
              </p:ext>
            </p:extLst>
          </p:nvPr>
        </p:nvGraphicFramePr>
        <p:xfrm>
          <a:off x="457198" y="1309302"/>
          <a:ext cx="11226800" cy="4850419"/>
        </p:xfrm>
        <a:graphic>
          <a:graphicData uri="http://schemas.openxmlformats.org/drawingml/2006/table">
            <a:tbl>
              <a:tblPr>
                <a:noFill/>
                <a:tableStyleId>{5C22544A-7EE6-4342-B048-85BDC9FD1C3A}</a:tableStyleId>
              </a:tblPr>
              <a:tblGrid>
                <a:gridCol w="2245360">
                  <a:extLst>
                    <a:ext uri="{9D8B030D-6E8A-4147-A177-3AD203B41FA5}">
                      <a16:colId xmlns:a16="http://schemas.microsoft.com/office/drawing/2014/main" val="4212827071"/>
                    </a:ext>
                  </a:extLst>
                </a:gridCol>
                <a:gridCol w="2245360">
                  <a:extLst>
                    <a:ext uri="{9D8B030D-6E8A-4147-A177-3AD203B41FA5}">
                      <a16:colId xmlns:a16="http://schemas.microsoft.com/office/drawing/2014/main" val="1335836556"/>
                    </a:ext>
                  </a:extLst>
                </a:gridCol>
                <a:gridCol w="2245360">
                  <a:extLst>
                    <a:ext uri="{9D8B030D-6E8A-4147-A177-3AD203B41FA5}">
                      <a16:colId xmlns:a16="http://schemas.microsoft.com/office/drawing/2014/main" val="4176191926"/>
                    </a:ext>
                  </a:extLst>
                </a:gridCol>
                <a:gridCol w="2245360">
                  <a:extLst>
                    <a:ext uri="{9D8B030D-6E8A-4147-A177-3AD203B41FA5}">
                      <a16:colId xmlns:a16="http://schemas.microsoft.com/office/drawing/2014/main" val="1625387831"/>
                    </a:ext>
                  </a:extLst>
                </a:gridCol>
                <a:gridCol w="2245360">
                  <a:extLst>
                    <a:ext uri="{9D8B030D-6E8A-4147-A177-3AD203B41FA5}">
                      <a16:colId xmlns:a16="http://schemas.microsoft.com/office/drawing/2014/main" val="3444638845"/>
                    </a:ext>
                  </a:extLst>
                </a:gridCol>
              </a:tblGrid>
              <a:tr h="477265">
                <a:tc>
                  <a:txBody>
                    <a:bodyPr/>
                    <a:lstStyle/>
                    <a:p>
                      <a:pPr algn="l" fontAlgn="ctr"/>
                      <a:r>
                        <a:rPr lang="en-US" sz="1400" b="1" u="none" strike="noStrike" dirty="0">
                          <a:solidFill>
                            <a:schemeClr val="tx1"/>
                          </a:solidFill>
                          <a:effectLst/>
                          <a:latin typeface="Arial" panose="020B0604020202020204" pitchFamily="34" charset="0"/>
                          <a:cs typeface="Arial" panose="020B0604020202020204" pitchFamily="34" charset="0"/>
                        </a:rPr>
                        <a:t>Sub-title</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Sub-title</a:t>
                      </a:r>
                      <a:endParaRPr lang="en-US" sz="1600" dirty="0">
                        <a:solidFill>
                          <a:schemeClr val="tx1"/>
                        </a:solidFill>
                        <a:effectLst/>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Sub-title</a:t>
                      </a:r>
                      <a:endParaRPr lang="en-US" sz="1600" dirty="0">
                        <a:solidFill>
                          <a:schemeClr val="tx1"/>
                        </a:solidFill>
                        <a:effectLst/>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Sub-title</a:t>
                      </a:r>
                      <a:endParaRPr lang="en-US" sz="1600" dirty="0">
                        <a:solidFill>
                          <a:schemeClr val="tx1"/>
                        </a:solidFill>
                        <a:effectLst/>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Sub-title</a:t>
                      </a:r>
                      <a:endParaRPr lang="en-US" sz="1600" dirty="0">
                        <a:solidFill>
                          <a:schemeClr val="tx1"/>
                        </a:solidFill>
                        <a:effectLst/>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587538"/>
                  </a:ext>
                </a:extLst>
              </a:tr>
              <a:tr h="485906">
                <a:tc>
                  <a:txBody>
                    <a:bodyPr/>
                    <a:lstStyle/>
                    <a:p>
                      <a:pPr marL="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4524055"/>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372"/>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1245806"/>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5985291"/>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518107"/>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5262629"/>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578711"/>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Arial" panose="020B0604020202020204" pitchFamily="34" charset="0"/>
                        </a:rPr>
                        <a:t>Topic </a:t>
                      </a:r>
                      <a:endParaRPr lang="en-US" sz="1100" b="0" i="0" u="none" strike="noStrike">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Arial" panose="020B0604020202020204" pitchFamily="34" charset="0"/>
                        </a:rPr>
                        <a:t>Topic </a:t>
                      </a:r>
                      <a:endParaRPr lang="en-US" sz="1100" b="0" i="0" u="none" strike="noStrike">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332093"/>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Arial" panose="020B0604020202020204" pitchFamily="34" charset="0"/>
                        </a:rPr>
                        <a:t>Topic </a:t>
                      </a:r>
                      <a:endParaRPr lang="en-US" sz="1100" b="0" i="0" u="none" strike="noStrike">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Arial" panose="020B0604020202020204" pitchFamily="34" charset="0"/>
                        </a:rPr>
                        <a:t>Topic </a:t>
                      </a:r>
                      <a:endParaRPr lang="en-US" sz="1100" b="0" i="0" u="none" strike="noStrike">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Arial" panose="020B0604020202020204" pitchFamily="34" charset="0"/>
                        </a:rPr>
                        <a:t>Topic </a:t>
                      </a:r>
                      <a:endParaRPr lang="en-US" sz="1100" b="0" i="0" u="none" strike="noStrike">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Arial" panose="020B0604020202020204" pitchFamily="34" charset="0"/>
                        </a:rPr>
                        <a:t>Topic </a:t>
                      </a:r>
                      <a:endParaRPr lang="en-US" sz="1100" b="0" i="0" u="none" strike="noStrike" dirty="0">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300549"/>
                  </a:ext>
                </a:extLst>
              </a:tr>
            </a:tbl>
          </a:graphicData>
        </a:graphic>
      </p:graphicFrame>
      <p:sp>
        <p:nvSpPr>
          <p:cNvPr id="9" name="Title 1">
            <a:extLst>
              <a:ext uri="{FF2B5EF4-FFF2-40B4-BE49-F238E27FC236}">
                <a16:creationId xmlns:a16="http://schemas.microsoft.com/office/drawing/2014/main" id="{93CD1251-6DDB-4BD8-BFB1-9E8264645C94}"/>
              </a:ext>
            </a:extLst>
          </p:cNvPr>
          <p:cNvSpPr>
            <a:spLocks noGrp="1"/>
          </p:cNvSpPr>
          <p:nvPr>
            <p:ph type="title"/>
          </p:nvPr>
        </p:nvSpPr>
        <p:spPr/>
        <p:txBody>
          <a:bodyPr/>
          <a:lstStyle/>
          <a:p>
            <a:r>
              <a:rPr lang="en-US"/>
              <a:t>Basic table</a:t>
            </a:r>
          </a:p>
        </p:txBody>
      </p:sp>
      <p:sp>
        <p:nvSpPr>
          <p:cNvPr id="11" name="Footer Placeholder 10">
            <a:extLst>
              <a:ext uri="{FF2B5EF4-FFF2-40B4-BE49-F238E27FC236}">
                <a16:creationId xmlns:a16="http://schemas.microsoft.com/office/drawing/2014/main" id="{0224FFC8-4DB5-C7FC-1CCA-FCD20F6A7D98}"/>
              </a:ext>
            </a:extLst>
          </p:cNvPr>
          <p:cNvSpPr>
            <a:spLocks noGrp="1"/>
          </p:cNvSpPr>
          <p:nvPr>
            <p:ph type="ftr" sz="quarter" idx="11"/>
          </p:nvPr>
        </p:nvSpPr>
        <p:spPr/>
        <p:txBody>
          <a:bodyPr/>
          <a:lstStyle/>
          <a:p>
            <a:r>
              <a:rPr lang="en-US"/>
              <a:t>© 2023 Cognizant | Confidential &amp; Proprietary</a:t>
            </a:r>
            <a:endParaRPr lang="en-US" dirty="0"/>
          </a:p>
        </p:txBody>
      </p:sp>
      <p:sp>
        <p:nvSpPr>
          <p:cNvPr id="3" name="Slide Number Placeholder 2">
            <a:extLst>
              <a:ext uri="{FF2B5EF4-FFF2-40B4-BE49-F238E27FC236}">
                <a16:creationId xmlns:a16="http://schemas.microsoft.com/office/drawing/2014/main" id="{7C090066-14B5-20F5-69CE-A8A88E214F51}"/>
              </a:ext>
            </a:extLst>
          </p:cNvPr>
          <p:cNvSpPr>
            <a:spLocks noGrp="1"/>
          </p:cNvSpPr>
          <p:nvPr>
            <p:ph type="sldNum" sz="quarter" idx="12"/>
          </p:nvPr>
        </p:nvSpPr>
        <p:spPr/>
        <p:txBody>
          <a:bodyPr/>
          <a:lstStyle/>
          <a:p>
            <a:fld id="{C53E075B-3175-45CF-B3C7-FEDF3F5961E3}" type="slidenum">
              <a:rPr lang="en-US" smtClean="0"/>
              <a:pPr/>
              <a:t>36</a:t>
            </a:fld>
            <a:endParaRPr lang="en-US" dirty="0"/>
          </a:p>
        </p:txBody>
      </p:sp>
    </p:spTree>
    <p:extLst>
      <p:ext uri="{BB962C8B-B14F-4D97-AF65-F5344CB8AC3E}">
        <p14:creationId xmlns:p14="http://schemas.microsoft.com/office/powerpoint/2010/main" val="34533492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object 30">
            <a:extLst>
              <a:ext uri="{FF2B5EF4-FFF2-40B4-BE49-F238E27FC236}">
                <a16:creationId xmlns:a16="http://schemas.microsoft.com/office/drawing/2014/main" id="{481CEC50-7546-594C-B573-2DF87256211C}"/>
              </a:ext>
            </a:extLst>
          </p:cNvPr>
          <p:cNvSpPr txBox="1">
            <a:spLocks noGrp="1"/>
          </p:cNvSpPr>
          <p:nvPr>
            <p:ph type="title"/>
          </p:nvPr>
        </p:nvSpPr>
        <p:spPr/>
        <p:txBody>
          <a:bodyPr/>
          <a:lstStyle/>
          <a:p>
            <a:r>
              <a:rPr lang="en-US" dirty="0"/>
              <a:t>Three column table</a:t>
            </a:r>
          </a:p>
        </p:txBody>
      </p:sp>
      <p:graphicFrame>
        <p:nvGraphicFramePr>
          <p:cNvPr id="14" name="Content Placeholder 5">
            <a:extLst>
              <a:ext uri="{FF2B5EF4-FFF2-40B4-BE49-F238E27FC236}">
                <a16:creationId xmlns:a16="http://schemas.microsoft.com/office/drawing/2014/main" id="{4530B1E2-7F90-1399-C165-E9CDC0ACC3DB}"/>
              </a:ext>
            </a:extLst>
          </p:cNvPr>
          <p:cNvGraphicFramePr>
            <a:graphicFrameLocks/>
          </p:cNvGraphicFramePr>
          <p:nvPr>
            <p:extLst>
              <p:ext uri="{D42A27DB-BD31-4B8C-83A1-F6EECF244321}">
                <p14:modId xmlns:p14="http://schemas.microsoft.com/office/powerpoint/2010/main" val="130022128"/>
              </p:ext>
            </p:extLst>
          </p:nvPr>
        </p:nvGraphicFramePr>
        <p:xfrm>
          <a:off x="457200" y="1208088"/>
          <a:ext cx="11277600" cy="4888899"/>
        </p:xfrm>
        <a:graphic>
          <a:graphicData uri="http://schemas.openxmlformats.org/drawingml/2006/table">
            <a:tbl>
              <a:tblPr firstRow="1" bandRow="1">
                <a:tableStyleId>{72833802-FEF1-4C79-8D5D-14CF1EAF98D9}</a:tableStyleId>
              </a:tblPr>
              <a:tblGrid>
                <a:gridCol w="2256973">
                  <a:extLst>
                    <a:ext uri="{9D8B030D-6E8A-4147-A177-3AD203B41FA5}">
                      <a16:colId xmlns:a16="http://schemas.microsoft.com/office/drawing/2014/main" val="2821380241"/>
                    </a:ext>
                  </a:extLst>
                </a:gridCol>
                <a:gridCol w="3018972">
                  <a:extLst>
                    <a:ext uri="{9D8B030D-6E8A-4147-A177-3AD203B41FA5}">
                      <a16:colId xmlns:a16="http://schemas.microsoft.com/office/drawing/2014/main" val="4226252760"/>
                    </a:ext>
                  </a:extLst>
                </a:gridCol>
                <a:gridCol w="6001655">
                  <a:extLst>
                    <a:ext uri="{9D8B030D-6E8A-4147-A177-3AD203B41FA5}">
                      <a16:colId xmlns:a16="http://schemas.microsoft.com/office/drawing/2014/main" val="196172865"/>
                    </a:ext>
                  </a:extLst>
                </a:gridCol>
              </a:tblGrid>
              <a:tr h="457200">
                <a:tc>
                  <a:txBody>
                    <a:bodyPr/>
                    <a:lstStyle/>
                    <a:p>
                      <a:pPr algn="l"/>
                      <a:r>
                        <a:rPr lang="en-US" sz="1600" b="1" i="0" u="none" strike="noStrike" kern="1200" dirty="0">
                          <a:solidFill>
                            <a:schemeClr val="tx1"/>
                          </a:solidFill>
                          <a:effectLst/>
                          <a:latin typeface="+mn-lt"/>
                          <a:ea typeface="+mn-ea"/>
                          <a:cs typeface="+mn-cs"/>
                        </a:rPr>
                        <a:t>Sub-title</a:t>
                      </a:r>
                    </a:p>
                  </a:txBody>
                  <a:tcPr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1" i="0" kern="1200" dirty="0">
                          <a:solidFill>
                            <a:schemeClr val="tx1"/>
                          </a:solidFill>
                          <a:effectLst/>
                          <a:latin typeface="+mn-lt"/>
                          <a:ea typeface="+mn-ea"/>
                          <a:cs typeface="+mn-cs"/>
                        </a:rPr>
                        <a:t>Sub-title</a:t>
                      </a:r>
                      <a:r>
                        <a:rPr lang="en-US" sz="1600" dirty="0">
                          <a:solidFill>
                            <a:schemeClr val="tx1"/>
                          </a:solidFill>
                        </a:rPr>
                        <a:t> </a:t>
                      </a:r>
                      <a:endParaRPr lang="en-US" sz="1600" b="1" i="0" u="none" strike="noStrike" kern="1200" dirty="0">
                        <a:solidFill>
                          <a:schemeClr val="tx1"/>
                        </a:solidFill>
                        <a:effectLst/>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1" i="0" kern="1200" dirty="0">
                          <a:solidFill>
                            <a:schemeClr val="tx1"/>
                          </a:solidFill>
                          <a:effectLst/>
                          <a:latin typeface="+mn-lt"/>
                          <a:ea typeface="+mn-ea"/>
                          <a:cs typeface="+mn-cs"/>
                        </a:rPr>
                        <a:t>Sub-title</a:t>
                      </a:r>
                      <a:r>
                        <a:rPr lang="en-US" sz="1600" dirty="0">
                          <a:solidFill>
                            <a:schemeClr val="tx1"/>
                          </a:solidFill>
                        </a:rPr>
                        <a:t> </a:t>
                      </a:r>
                      <a:endParaRPr lang="en-US" sz="1600" b="1" i="0" u="none" strike="noStrike" kern="1200" dirty="0">
                        <a:solidFill>
                          <a:schemeClr val="tx1"/>
                        </a:solidFill>
                        <a:effectLst/>
                        <a:latin typeface="+mn-lt"/>
                        <a:ea typeface="+mn-ea"/>
                        <a:cs typeface="+mn-cs"/>
                      </a:endParaRPr>
                    </a:p>
                  </a:txBody>
                  <a:tcPr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715068"/>
                  </a:ext>
                </a:extLst>
              </a:tr>
              <a:tr h="492411">
                <a:tc rowSpan="3">
                  <a:txBody>
                    <a:bodyPr/>
                    <a:lstStyle/>
                    <a:p>
                      <a:pPr algn="l"/>
                      <a:r>
                        <a:rPr lang="en-US" sz="1600" b="1" dirty="0">
                          <a:solidFill>
                            <a:schemeClr val="tx1"/>
                          </a:solidFill>
                        </a:rPr>
                        <a:t>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Font typeface="+mj-lt"/>
                        <a:buNone/>
                      </a:pPr>
                      <a:r>
                        <a:rPr lang="en-US" sz="1200" b="1" dirty="0">
                          <a:solidFill>
                            <a:schemeClr val="tx1"/>
                          </a:solidFill>
                        </a:rPr>
                        <a:t>1. 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20000"/>
                        </a:lnSpc>
                        <a:spcBef>
                          <a:spcPts val="1200"/>
                        </a:spcBef>
                        <a:buFont typeface="Arial" panose="020B0604020202020204" pitchFamily="34" charset="0"/>
                        <a:buNone/>
                      </a:pPr>
                      <a:r>
                        <a:rPr lang="en-US" sz="1200" dirty="0">
                          <a:solidFill>
                            <a:schemeClr val="tx1"/>
                          </a:solidFill>
                        </a:rPr>
                        <a:t>Sed do eiusmod tempor incididunt ut labore et dolore magna aliqua.</a:t>
                      </a:r>
                      <a:endParaRPr lang="en-US" sz="1200" b="1" dirty="0">
                        <a:solidFill>
                          <a:schemeClr val="tx1"/>
                        </a:solidFill>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4723345"/>
                  </a:ext>
                </a:extLst>
              </a:tr>
              <a:tr h="492411">
                <a:tc vMerge="1">
                  <a:txBody>
                    <a:bodyPr/>
                    <a:lstStyle/>
                    <a:p>
                      <a:endParaRPr lang="en-US"/>
                    </a:p>
                  </a:txBody>
                  <a:tcPr/>
                </a:tc>
                <a:tc>
                  <a:txBody>
                    <a:bodyPr/>
                    <a:lstStyle/>
                    <a:p>
                      <a:pPr marL="0" indent="0" algn="l">
                        <a:buFont typeface="+mj-lt"/>
                        <a:buNone/>
                      </a:pPr>
                      <a:r>
                        <a:rPr lang="en-US" sz="1200" b="1" dirty="0">
                          <a:solidFill>
                            <a:schemeClr val="tx1"/>
                          </a:solidFill>
                        </a:rPr>
                        <a:t>2. 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1529602"/>
                  </a:ext>
                </a:extLst>
              </a:tr>
              <a:tr h="492411">
                <a:tc vMerge="1">
                  <a:txBody>
                    <a:bodyPr/>
                    <a:lstStyle/>
                    <a:p>
                      <a:endParaRPr lang="en-US"/>
                    </a:p>
                  </a:txBody>
                  <a:tcPr/>
                </a:tc>
                <a:tc>
                  <a:txBody>
                    <a:bodyPr/>
                    <a:lstStyle/>
                    <a:p>
                      <a:pPr marL="0" indent="0" algn="l">
                        <a:buFont typeface="+mj-lt"/>
                        <a:buNone/>
                      </a:pPr>
                      <a:r>
                        <a:rPr lang="en-US" sz="1200" b="1" dirty="0">
                          <a:solidFill>
                            <a:schemeClr val="tx1"/>
                          </a:solidFill>
                        </a:rPr>
                        <a:t>3. 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0452684"/>
                  </a:ext>
                </a:extLst>
              </a:tr>
              <a:tr h="492411">
                <a:tc rowSpan="3">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rPr>
                        <a:t>Topic</a:t>
                      </a:r>
                      <a:endParaRPr kumimoji="0" lang="en-US" sz="14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Font typeface="+mj-lt"/>
                        <a:buNone/>
                      </a:pPr>
                      <a:r>
                        <a:rPr lang="en-US" sz="1200" b="1" baseline="0" dirty="0">
                          <a:solidFill>
                            <a:schemeClr val="tx1"/>
                          </a:solidFill>
                        </a:rPr>
                        <a:t>4. </a:t>
                      </a:r>
                      <a:r>
                        <a:rPr lang="en-US" sz="1200" b="1" dirty="0">
                          <a:solidFill>
                            <a:schemeClr val="tx1"/>
                          </a:solidFill>
                        </a:rPr>
                        <a:t>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2729224"/>
                  </a:ext>
                </a:extLst>
              </a:tr>
              <a:tr h="492411">
                <a:tc vMerge="1">
                  <a:txBody>
                    <a:bodyPr/>
                    <a:lstStyle/>
                    <a:p>
                      <a:endParaRPr lang="en-US" sz="1100" b="1"/>
                    </a:p>
                  </a:txBody>
                  <a:tcPr marL="68580" marR="68580" marT="34290" marB="34290"/>
                </a:tc>
                <a:tc>
                  <a:txBody>
                    <a:bodyPr/>
                    <a:lstStyle/>
                    <a:p>
                      <a:pPr marL="0" indent="0" algn="l">
                        <a:buFont typeface="+mj-lt"/>
                        <a:buNone/>
                      </a:pPr>
                      <a:r>
                        <a:rPr lang="en-US" sz="1200" b="1" dirty="0">
                          <a:solidFill>
                            <a:schemeClr val="tx1"/>
                          </a:solidFill>
                        </a:rPr>
                        <a:t>5. 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591926"/>
                  </a:ext>
                </a:extLst>
              </a:tr>
              <a:tr h="492411">
                <a:tc vMerge="1">
                  <a:txBody>
                    <a:bodyPr/>
                    <a:lstStyle/>
                    <a:p>
                      <a:pPr algn="ctr"/>
                      <a:endParaRPr lang="en-US" sz="1100" b="1">
                        <a:solidFill>
                          <a:schemeClr val="tx2"/>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Font typeface="+mj-lt"/>
                        <a:buNone/>
                      </a:pPr>
                      <a:r>
                        <a:rPr lang="en-US" sz="1200" b="1" dirty="0">
                          <a:solidFill>
                            <a:schemeClr val="tx1"/>
                          </a:solidFill>
                        </a:rPr>
                        <a:t>6. 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7123978"/>
                  </a:ext>
                </a:extLst>
              </a:tr>
              <a:tr h="492411">
                <a:tc rowSpan="3">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rPr>
                        <a:t>Topic</a:t>
                      </a:r>
                      <a:endParaRPr kumimoji="0" lang="en-US" sz="14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12192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378" rtl="0" eaLnBrk="1" latinLnBrk="0" hangingPunct="1">
                        <a:buFont typeface="+mj-lt"/>
                        <a:buNone/>
                      </a:pPr>
                      <a:r>
                        <a:rPr lang="en-US" sz="1200" b="1" kern="1200" dirty="0">
                          <a:solidFill>
                            <a:schemeClr val="tx1"/>
                          </a:solidFill>
                          <a:latin typeface="+mn-lt"/>
                          <a:ea typeface="+mn-ea"/>
                          <a:cs typeface="+mn-cs"/>
                        </a:rPr>
                        <a:t>7. </a:t>
                      </a:r>
                      <a:r>
                        <a:rPr lang="en-US" sz="1200" b="1" dirty="0">
                          <a:solidFill>
                            <a:schemeClr val="tx1"/>
                          </a:solidFill>
                        </a:rPr>
                        <a:t>Topic</a:t>
                      </a:r>
                      <a:endParaRPr lang="en-US" sz="1200" b="1" kern="1200" dirty="0">
                        <a:solidFill>
                          <a:schemeClr val="tx1"/>
                        </a:solidFill>
                        <a:latin typeface="+mn-lt"/>
                        <a:ea typeface="+mn-ea"/>
                        <a:cs typeface="+mn-cs"/>
                      </a:endParaRPr>
                    </a:p>
                  </a:txBody>
                  <a:tcPr marR="12192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1249459"/>
                  </a:ext>
                </a:extLst>
              </a:tr>
              <a:tr h="492411">
                <a:tc vMerge="1">
                  <a:txBody>
                    <a:bodyPr/>
                    <a:lstStyle/>
                    <a:p>
                      <a:pPr marL="0" algn="ctr" defTabSz="914378" rtl="0" eaLnBrk="1" latinLnBrk="0" hangingPunct="1"/>
                      <a:endParaRPr lang="en-US" sz="1100" b="1" kern="1200">
                        <a:solidFill>
                          <a:schemeClr val="tx2"/>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378" rtl="0" eaLnBrk="1" latinLnBrk="0" hangingPunct="1">
                        <a:buFont typeface="+mj-lt"/>
                        <a:buNone/>
                      </a:pPr>
                      <a:r>
                        <a:rPr lang="en-US" sz="1200" b="1" kern="1200" dirty="0">
                          <a:solidFill>
                            <a:schemeClr val="tx1"/>
                          </a:solidFill>
                          <a:latin typeface="+mn-lt"/>
                          <a:ea typeface="+mn-ea"/>
                          <a:cs typeface="+mn-cs"/>
                        </a:rPr>
                        <a:t>8.</a:t>
                      </a:r>
                      <a:r>
                        <a:rPr lang="en-US" sz="1200" b="1" kern="1200" baseline="0" dirty="0">
                          <a:solidFill>
                            <a:schemeClr val="tx1"/>
                          </a:solidFill>
                          <a:latin typeface="+mn-lt"/>
                          <a:ea typeface="+mn-ea"/>
                          <a:cs typeface="+mn-cs"/>
                        </a:rPr>
                        <a:t> </a:t>
                      </a:r>
                      <a:r>
                        <a:rPr lang="en-US" sz="1200" b="1" dirty="0">
                          <a:solidFill>
                            <a:schemeClr val="tx1"/>
                          </a:solidFill>
                        </a:rPr>
                        <a:t>Topic</a:t>
                      </a:r>
                      <a:endParaRPr lang="en-US" sz="1200" b="1" kern="1200" dirty="0">
                        <a:solidFill>
                          <a:schemeClr val="tx1"/>
                        </a:solidFill>
                        <a:latin typeface="+mn-lt"/>
                        <a:ea typeface="+mn-ea"/>
                        <a:cs typeface="+mn-cs"/>
                      </a:endParaRPr>
                    </a:p>
                  </a:txBody>
                  <a:tcPr marR="12192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2570673"/>
                  </a:ext>
                </a:extLst>
              </a:tr>
              <a:tr h="492411">
                <a:tc vMerge="1">
                  <a:txBody>
                    <a:bodyPr/>
                    <a:lstStyle/>
                    <a:p>
                      <a:pPr marL="0" algn="ctr" defTabSz="914378" rtl="0" eaLnBrk="1" latinLnBrk="0" hangingPunct="1"/>
                      <a:endParaRPr lang="en-US" sz="1100" b="1" kern="1200">
                        <a:solidFill>
                          <a:schemeClr val="tx2"/>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378" rtl="0" eaLnBrk="1" latinLnBrk="0" hangingPunct="1">
                        <a:buFont typeface="+mj-lt"/>
                        <a:buNone/>
                      </a:pPr>
                      <a:r>
                        <a:rPr lang="en-US" sz="1200" b="1" kern="1200" dirty="0">
                          <a:solidFill>
                            <a:schemeClr val="tx1"/>
                          </a:solidFill>
                          <a:latin typeface="+mn-lt"/>
                          <a:ea typeface="+mn-ea"/>
                          <a:cs typeface="+mn-cs"/>
                        </a:rPr>
                        <a:t>9. </a:t>
                      </a:r>
                      <a:r>
                        <a:rPr lang="en-US" sz="1200" b="1" dirty="0">
                          <a:solidFill>
                            <a:schemeClr val="tx1"/>
                          </a:solidFill>
                        </a:rPr>
                        <a:t>Topic</a:t>
                      </a:r>
                      <a:endParaRPr lang="en-US" sz="1200" b="1" kern="1200" dirty="0">
                        <a:solidFill>
                          <a:schemeClr val="tx1"/>
                        </a:solidFill>
                        <a:latin typeface="+mn-lt"/>
                        <a:ea typeface="+mn-ea"/>
                        <a:cs typeface="+mn-cs"/>
                      </a:endParaRPr>
                    </a:p>
                  </a:txBody>
                  <a:tcPr marR="12192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37148"/>
                  </a:ext>
                </a:extLst>
              </a:tr>
            </a:tbl>
          </a:graphicData>
        </a:graphic>
      </p:graphicFrame>
      <p:sp>
        <p:nvSpPr>
          <p:cNvPr id="19" name="Footer Placeholder 18">
            <a:extLst>
              <a:ext uri="{FF2B5EF4-FFF2-40B4-BE49-F238E27FC236}">
                <a16:creationId xmlns:a16="http://schemas.microsoft.com/office/drawing/2014/main" id="{76176122-A031-EE6B-0805-C99F410FD261}"/>
              </a:ext>
            </a:extLst>
          </p:cNvPr>
          <p:cNvSpPr>
            <a:spLocks noGrp="1"/>
          </p:cNvSpPr>
          <p:nvPr>
            <p:ph type="ftr" sz="quarter" idx="11"/>
          </p:nvPr>
        </p:nvSpPr>
        <p:spPr>
          <a:xfrm>
            <a:off x="1042416" y="6263640"/>
            <a:ext cx="3354923" cy="365125"/>
          </a:xfrm>
        </p:spPr>
        <p:txBody>
          <a:bodyPr/>
          <a:lstStyle/>
          <a:p>
            <a:r>
              <a:rPr lang="en-US"/>
              <a:t>© 2023 Cognizant | Confidential &amp; Proprietary</a:t>
            </a:r>
            <a:endParaRPr lang="en-US" dirty="0"/>
          </a:p>
        </p:txBody>
      </p:sp>
      <p:sp>
        <p:nvSpPr>
          <p:cNvPr id="2" name="Slide Number Placeholder 1">
            <a:extLst>
              <a:ext uri="{FF2B5EF4-FFF2-40B4-BE49-F238E27FC236}">
                <a16:creationId xmlns:a16="http://schemas.microsoft.com/office/drawing/2014/main" id="{E68EEA69-353D-7733-FE66-52EA5B5900B1}"/>
              </a:ext>
            </a:extLst>
          </p:cNvPr>
          <p:cNvSpPr>
            <a:spLocks noGrp="1"/>
          </p:cNvSpPr>
          <p:nvPr>
            <p:ph type="sldNum" sz="quarter" idx="12"/>
          </p:nvPr>
        </p:nvSpPr>
        <p:spPr/>
        <p:txBody>
          <a:bodyPr/>
          <a:lstStyle/>
          <a:p>
            <a:fld id="{C53E075B-3175-45CF-B3C7-FEDF3F5961E3}" type="slidenum">
              <a:rPr lang="en-US" smtClean="0"/>
              <a:pPr/>
              <a:t>37</a:t>
            </a:fld>
            <a:endParaRPr lang="en-US" dirty="0"/>
          </a:p>
        </p:txBody>
      </p:sp>
    </p:spTree>
    <p:extLst>
      <p:ext uri="{BB962C8B-B14F-4D97-AF65-F5344CB8AC3E}">
        <p14:creationId xmlns:p14="http://schemas.microsoft.com/office/powerpoint/2010/main" val="6826385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15C44B-948C-739A-7495-9C5686B474D4}"/>
              </a:ext>
            </a:extLst>
          </p:cNvPr>
          <p:cNvSpPr>
            <a:spLocks noGrp="1"/>
          </p:cNvSpPr>
          <p:nvPr>
            <p:ph type="title"/>
          </p:nvPr>
        </p:nvSpPr>
        <p:spPr/>
        <p:txBody>
          <a:bodyPr/>
          <a:lstStyle/>
          <a:p>
            <a:r>
              <a:rPr lang="en-US" dirty="0"/>
              <a:t>Basic table</a:t>
            </a:r>
          </a:p>
        </p:txBody>
      </p:sp>
      <p:graphicFrame>
        <p:nvGraphicFramePr>
          <p:cNvPr id="3" name="Table 2">
            <a:extLst>
              <a:ext uri="{FF2B5EF4-FFF2-40B4-BE49-F238E27FC236}">
                <a16:creationId xmlns:a16="http://schemas.microsoft.com/office/drawing/2014/main" id="{11BE0B59-DA66-47E3-12EA-B418EDECC5C1}"/>
              </a:ext>
            </a:extLst>
          </p:cNvPr>
          <p:cNvGraphicFramePr>
            <a:graphicFrameLocks noGrp="1"/>
          </p:cNvGraphicFramePr>
          <p:nvPr>
            <p:extLst>
              <p:ext uri="{D42A27DB-BD31-4B8C-83A1-F6EECF244321}">
                <p14:modId xmlns:p14="http://schemas.microsoft.com/office/powerpoint/2010/main" val="356852693"/>
              </p:ext>
            </p:extLst>
          </p:nvPr>
        </p:nvGraphicFramePr>
        <p:xfrm>
          <a:off x="457198" y="1309302"/>
          <a:ext cx="11226800" cy="4850419"/>
        </p:xfrm>
        <a:graphic>
          <a:graphicData uri="http://schemas.openxmlformats.org/drawingml/2006/table">
            <a:tbl>
              <a:tblPr>
                <a:noFill/>
                <a:tableStyleId>{5C22544A-7EE6-4342-B048-85BDC9FD1C3A}</a:tableStyleId>
              </a:tblPr>
              <a:tblGrid>
                <a:gridCol w="2245360">
                  <a:extLst>
                    <a:ext uri="{9D8B030D-6E8A-4147-A177-3AD203B41FA5}">
                      <a16:colId xmlns:a16="http://schemas.microsoft.com/office/drawing/2014/main" val="4212827071"/>
                    </a:ext>
                  </a:extLst>
                </a:gridCol>
                <a:gridCol w="2245360">
                  <a:extLst>
                    <a:ext uri="{9D8B030D-6E8A-4147-A177-3AD203B41FA5}">
                      <a16:colId xmlns:a16="http://schemas.microsoft.com/office/drawing/2014/main" val="1335836556"/>
                    </a:ext>
                  </a:extLst>
                </a:gridCol>
                <a:gridCol w="2245360">
                  <a:extLst>
                    <a:ext uri="{9D8B030D-6E8A-4147-A177-3AD203B41FA5}">
                      <a16:colId xmlns:a16="http://schemas.microsoft.com/office/drawing/2014/main" val="4176191926"/>
                    </a:ext>
                  </a:extLst>
                </a:gridCol>
                <a:gridCol w="2245360">
                  <a:extLst>
                    <a:ext uri="{9D8B030D-6E8A-4147-A177-3AD203B41FA5}">
                      <a16:colId xmlns:a16="http://schemas.microsoft.com/office/drawing/2014/main" val="1625387831"/>
                    </a:ext>
                  </a:extLst>
                </a:gridCol>
                <a:gridCol w="2245360">
                  <a:extLst>
                    <a:ext uri="{9D8B030D-6E8A-4147-A177-3AD203B41FA5}">
                      <a16:colId xmlns:a16="http://schemas.microsoft.com/office/drawing/2014/main" val="3444638845"/>
                    </a:ext>
                  </a:extLst>
                </a:gridCol>
              </a:tblGrid>
              <a:tr h="477265">
                <a:tc>
                  <a:txBody>
                    <a:bodyPr/>
                    <a:lstStyle/>
                    <a:p>
                      <a:pPr algn="l" fontAlgn="ctr"/>
                      <a:r>
                        <a:rPr lang="en-US" sz="1400" b="1" u="none" strike="noStrike" dirty="0">
                          <a:solidFill>
                            <a:schemeClr val="tx1"/>
                          </a:solidFill>
                          <a:effectLst/>
                          <a:latin typeface="Arial" panose="020B0604020202020204" pitchFamily="34" charset="0"/>
                          <a:cs typeface="Arial" panose="020B0604020202020204" pitchFamily="34" charset="0"/>
                        </a:rPr>
                        <a:t>Sub-title</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Sub-title</a:t>
                      </a:r>
                      <a:endParaRPr lang="en-US" sz="1600" dirty="0">
                        <a:solidFill>
                          <a:schemeClr val="tx1"/>
                        </a:solidFill>
                        <a:effectLst/>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Sub-title</a:t>
                      </a:r>
                      <a:endParaRPr lang="en-US" sz="1600" dirty="0">
                        <a:solidFill>
                          <a:schemeClr val="tx1"/>
                        </a:solidFill>
                        <a:effectLst/>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Sub-title</a:t>
                      </a:r>
                      <a:endParaRPr lang="en-US" sz="1600" dirty="0">
                        <a:solidFill>
                          <a:schemeClr val="tx1"/>
                        </a:solidFill>
                        <a:effectLst/>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Sub-title</a:t>
                      </a:r>
                      <a:endParaRPr lang="en-US" sz="1600" dirty="0">
                        <a:solidFill>
                          <a:schemeClr val="tx1"/>
                        </a:solidFill>
                        <a:effectLst/>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587538"/>
                  </a:ext>
                </a:extLst>
              </a:tr>
              <a:tr h="485906">
                <a:tc>
                  <a:txBody>
                    <a:bodyPr/>
                    <a:lstStyle/>
                    <a:p>
                      <a:pPr marL="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4524055"/>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372"/>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1245806"/>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5985291"/>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518107"/>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5262629"/>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578711"/>
                  </a:ext>
                </a:extLst>
              </a:tr>
              <a:tr h="485906">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Arial" panose="020B0604020202020204" pitchFamily="34" charset="0"/>
                        </a:rPr>
                        <a:t>Topic </a:t>
                      </a:r>
                      <a:endParaRPr lang="en-US" sz="1100" b="0" i="0" u="none" strike="noStrike">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Arial" panose="020B0604020202020204" pitchFamily="34" charset="0"/>
                        </a:rPr>
                        <a:t>Topic </a:t>
                      </a:r>
                      <a:endParaRPr lang="en-US" sz="1100" b="0" i="0" u="none" strike="noStrike">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332093"/>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Arial" panose="020B0604020202020204" pitchFamily="34" charset="0"/>
                        </a:rPr>
                        <a:t>Topic </a:t>
                      </a:r>
                      <a:endParaRPr lang="en-US" sz="1100" b="0" i="0" u="none" strike="noStrike">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Arial" panose="020B0604020202020204" pitchFamily="34" charset="0"/>
                        </a:rPr>
                        <a:t>Topic </a:t>
                      </a:r>
                      <a:endParaRPr lang="en-US" sz="1100" b="0" i="0" u="none" strike="noStrike">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Arial" panose="020B0604020202020204" pitchFamily="34" charset="0"/>
                        </a:rPr>
                        <a:t>Topic </a:t>
                      </a:r>
                      <a:endParaRPr lang="en-US" sz="1100" b="0" i="0" u="none" strike="noStrike">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Arial" panose="020B0604020202020204" pitchFamily="34" charset="0"/>
                        </a:rPr>
                        <a:t>Topic </a:t>
                      </a:r>
                      <a:endParaRPr lang="en-US" sz="1100" b="0" i="0" u="none" strike="noStrike" dirty="0">
                        <a:solidFill>
                          <a:schemeClr val="tx1"/>
                        </a:solidFill>
                        <a:effectLst/>
                        <a:latin typeface="Arial" panose="020B0604020202020204" pitchFamily="34" charset="0"/>
                      </a:endParaRPr>
                    </a:p>
                  </a:txBody>
                  <a:tcPr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300549"/>
                  </a:ext>
                </a:extLst>
              </a:tr>
            </a:tbl>
          </a:graphicData>
        </a:graphic>
      </p:graphicFrame>
      <p:sp>
        <p:nvSpPr>
          <p:cNvPr id="4" name="Title 1">
            <a:extLst>
              <a:ext uri="{FF2B5EF4-FFF2-40B4-BE49-F238E27FC236}">
                <a16:creationId xmlns:a16="http://schemas.microsoft.com/office/drawing/2014/main" id="{4273D891-57FE-F84F-A7A4-C55E9EFA8B85}"/>
              </a:ext>
            </a:extLst>
          </p:cNvPr>
          <p:cNvSpPr txBox="1">
            <a:spLocks/>
          </p:cNvSpPr>
          <p:nvPr/>
        </p:nvSpPr>
        <p:spPr>
          <a:xfrm>
            <a:off x="457198" y="299977"/>
            <a:ext cx="10808209" cy="307777"/>
          </a:xfrm>
          <a:prstGeom prst="rect">
            <a:avLst/>
          </a:prstGeom>
        </p:spPr>
        <p:txBody>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endParaRPr lang="en-US" dirty="0"/>
          </a:p>
        </p:txBody>
      </p:sp>
      <p:sp>
        <p:nvSpPr>
          <p:cNvPr id="10" name="Footer Placeholder 9">
            <a:extLst>
              <a:ext uri="{FF2B5EF4-FFF2-40B4-BE49-F238E27FC236}">
                <a16:creationId xmlns:a16="http://schemas.microsoft.com/office/drawing/2014/main" id="{D5EAD07C-FCCB-0EC2-B7C5-7E0D457012A5}"/>
              </a:ext>
            </a:extLst>
          </p:cNvPr>
          <p:cNvSpPr>
            <a:spLocks noGrp="1"/>
          </p:cNvSpPr>
          <p:nvPr>
            <p:ph type="ftr" sz="quarter" idx="11"/>
          </p:nvPr>
        </p:nvSpPr>
        <p:spPr>
          <a:xfrm>
            <a:off x="1042416" y="6263639"/>
            <a:ext cx="1839680" cy="365760"/>
          </a:xfrm>
        </p:spPr>
        <p:txBody>
          <a:bodyPr/>
          <a:lstStyle/>
          <a:p>
            <a:r>
              <a:rPr lang="en-US"/>
              <a:t>© 2023 Cognizant | Confidential &amp; Proprietary</a:t>
            </a:r>
            <a:endParaRPr lang="en-US" dirty="0"/>
          </a:p>
        </p:txBody>
      </p:sp>
      <p:sp>
        <p:nvSpPr>
          <p:cNvPr id="6" name="Slide Number Placeholder 5">
            <a:extLst>
              <a:ext uri="{FF2B5EF4-FFF2-40B4-BE49-F238E27FC236}">
                <a16:creationId xmlns:a16="http://schemas.microsoft.com/office/drawing/2014/main" id="{6B53A416-693F-DE2A-5F8D-27F7976272B6}"/>
              </a:ext>
            </a:extLst>
          </p:cNvPr>
          <p:cNvSpPr>
            <a:spLocks noGrp="1"/>
          </p:cNvSpPr>
          <p:nvPr>
            <p:ph type="sldNum" sz="quarter" idx="12"/>
          </p:nvPr>
        </p:nvSpPr>
        <p:spPr/>
        <p:txBody>
          <a:bodyPr/>
          <a:lstStyle/>
          <a:p>
            <a:fld id="{C53E075B-3175-45CF-B3C7-FEDF3F5961E3}" type="slidenum">
              <a:rPr lang="en-US" smtClean="0"/>
              <a:pPr/>
              <a:t>38</a:t>
            </a:fld>
            <a:endParaRPr lang="en-US" dirty="0"/>
          </a:p>
        </p:txBody>
      </p:sp>
    </p:spTree>
    <p:extLst>
      <p:ext uri="{BB962C8B-B14F-4D97-AF65-F5344CB8AC3E}">
        <p14:creationId xmlns:p14="http://schemas.microsoft.com/office/powerpoint/2010/main" val="1562489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403ADB-D59D-F5E6-4D2C-0F25D5939DC3}"/>
              </a:ext>
            </a:extLst>
          </p:cNvPr>
          <p:cNvSpPr>
            <a:spLocks noGrp="1"/>
          </p:cNvSpPr>
          <p:nvPr>
            <p:ph type="title"/>
          </p:nvPr>
        </p:nvSpPr>
        <p:spPr/>
        <p:txBody>
          <a:bodyPr/>
          <a:lstStyle/>
          <a:p>
            <a:r>
              <a:rPr lang="en-US" dirty="0"/>
              <a:t>Three column table</a:t>
            </a:r>
          </a:p>
        </p:txBody>
      </p:sp>
      <p:sp>
        <p:nvSpPr>
          <p:cNvPr id="3" name="object 30">
            <a:extLst>
              <a:ext uri="{FF2B5EF4-FFF2-40B4-BE49-F238E27FC236}">
                <a16:creationId xmlns:a16="http://schemas.microsoft.com/office/drawing/2014/main" id="{D6870E37-5134-58EE-C615-43DCDC646C2F}"/>
              </a:ext>
            </a:extLst>
          </p:cNvPr>
          <p:cNvSpPr txBox="1">
            <a:spLocks/>
          </p:cNvSpPr>
          <p:nvPr/>
        </p:nvSpPr>
        <p:spPr>
          <a:xfrm>
            <a:off x="457198" y="349598"/>
            <a:ext cx="10808209" cy="307777"/>
          </a:xfrm>
          <a:prstGeom prst="rect">
            <a:avLst/>
          </a:prstGeom>
        </p:spPr>
        <p:txBody>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endParaRPr lang="en-US" dirty="0"/>
          </a:p>
        </p:txBody>
      </p:sp>
      <p:graphicFrame>
        <p:nvGraphicFramePr>
          <p:cNvPr id="4" name="Content Placeholder 5">
            <a:extLst>
              <a:ext uri="{FF2B5EF4-FFF2-40B4-BE49-F238E27FC236}">
                <a16:creationId xmlns:a16="http://schemas.microsoft.com/office/drawing/2014/main" id="{1E846B43-B9B9-7F83-6D99-28FCEBB83528}"/>
              </a:ext>
            </a:extLst>
          </p:cNvPr>
          <p:cNvGraphicFramePr>
            <a:graphicFrameLocks/>
          </p:cNvGraphicFramePr>
          <p:nvPr>
            <p:extLst>
              <p:ext uri="{D42A27DB-BD31-4B8C-83A1-F6EECF244321}">
                <p14:modId xmlns:p14="http://schemas.microsoft.com/office/powerpoint/2010/main" val="3544524937"/>
              </p:ext>
            </p:extLst>
          </p:nvPr>
        </p:nvGraphicFramePr>
        <p:xfrm>
          <a:off x="457198" y="1266145"/>
          <a:ext cx="11277600" cy="4888899"/>
        </p:xfrm>
        <a:graphic>
          <a:graphicData uri="http://schemas.openxmlformats.org/drawingml/2006/table">
            <a:tbl>
              <a:tblPr firstRow="1" bandRow="1">
                <a:tableStyleId>{72833802-FEF1-4C79-8D5D-14CF1EAF98D9}</a:tableStyleId>
              </a:tblPr>
              <a:tblGrid>
                <a:gridCol w="2256973">
                  <a:extLst>
                    <a:ext uri="{9D8B030D-6E8A-4147-A177-3AD203B41FA5}">
                      <a16:colId xmlns:a16="http://schemas.microsoft.com/office/drawing/2014/main" val="2821380241"/>
                    </a:ext>
                  </a:extLst>
                </a:gridCol>
                <a:gridCol w="3018972">
                  <a:extLst>
                    <a:ext uri="{9D8B030D-6E8A-4147-A177-3AD203B41FA5}">
                      <a16:colId xmlns:a16="http://schemas.microsoft.com/office/drawing/2014/main" val="4226252760"/>
                    </a:ext>
                  </a:extLst>
                </a:gridCol>
                <a:gridCol w="6001655">
                  <a:extLst>
                    <a:ext uri="{9D8B030D-6E8A-4147-A177-3AD203B41FA5}">
                      <a16:colId xmlns:a16="http://schemas.microsoft.com/office/drawing/2014/main" val="196172865"/>
                    </a:ext>
                  </a:extLst>
                </a:gridCol>
              </a:tblGrid>
              <a:tr h="457200">
                <a:tc>
                  <a:txBody>
                    <a:bodyPr/>
                    <a:lstStyle/>
                    <a:p>
                      <a:pPr algn="l"/>
                      <a:r>
                        <a:rPr lang="en-US" sz="1600" b="1" i="0" u="none" strike="noStrike" kern="1200" dirty="0">
                          <a:solidFill>
                            <a:schemeClr val="tx1"/>
                          </a:solidFill>
                          <a:effectLst/>
                          <a:latin typeface="+mn-lt"/>
                          <a:ea typeface="+mn-ea"/>
                          <a:cs typeface="+mn-cs"/>
                        </a:rPr>
                        <a:t>Sub-title</a:t>
                      </a:r>
                    </a:p>
                  </a:txBody>
                  <a:tcPr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1" i="0" kern="1200" dirty="0">
                          <a:solidFill>
                            <a:schemeClr val="tx1"/>
                          </a:solidFill>
                          <a:effectLst/>
                          <a:latin typeface="+mn-lt"/>
                          <a:ea typeface="+mn-ea"/>
                          <a:cs typeface="+mn-cs"/>
                        </a:rPr>
                        <a:t>Sub-title</a:t>
                      </a:r>
                      <a:r>
                        <a:rPr lang="en-US" sz="1600" dirty="0">
                          <a:solidFill>
                            <a:schemeClr val="tx1"/>
                          </a:solidFill>
                        </a:rPr>
                        <a:t> </a:t>
                      </a:r>
                      <a:endParaRPr lang="en-US" sz="1600" b="1" i="0" u="none" strike="noStrike" kern="1200" dirty="0">
                        <a:solidFill>
                          <a:schemeClr val="tx1"/>
                        </a:solidFill>
                        <a:effectLst/>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1" i="0" kern="1200" dirty="0">
                          <a:solidFill>
                            <a:schemeClr val="tx1"/>
                          </a:solidFill>
                          <a:effectLst/>
                          <a:latin typeface="+mn-lt"/>
                          <a:ea typeface="+mn-ea"/>
                          <a:cs typeface="+mn-cs"/>
                        </a:rPr>
                        <a:t>Sub-title</a:t>
                      </a:r>
                      <a:r>
                        <a:rPr lang="en-US" sz="1600" dirty="0">
                          <a:solidFill>
                            <a:schemeClr val="tx1"/>
                          </a:solidFill>
                        </a:rPr>
                        <a:t> </a:t>
                      </a:r>
                      <a:endParaRPr lang="en-US" sz="1600" b="1" i="0" u="none" strike="noStrike" kern="1200" dirty="0">
                        <a:solidFill>
                          <a:schemeClr val="tx1"/>
                        </a:solidFill>
                        <a:effectLst/>
                        <a:latin typeface="+mn-lt"/>
                        <a:ea typeface="+mn-ea"/>
                        <a:cs typeface="+mn-cs"/>
                      </a:endParaRPr>
                    </a:p>
                  </a:txBody>
                  <a:tcPr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715068"/>
                  </a:ext>
                </a:extLst>
              </a:tr>
              <a:tr h="492411">
                <a:tc rowSpan="3">
                  <a:txBody>
                    <a:bodyPr/>
                    <a:lstStyle/>
                    <a:p>
                      <a:pPr algn="l"/>
                      <a:r>
                        <a:rPr lang="en-US" sz="1600" b="1" dirty="0">
                          <a:solidFill>
                            <a:schemeClr val="tx1"/>
                          </a:solidFill>
                        </a:rPr>
                        <a:t>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Font typeface="+mj-lt"/>
                        <a:buNone/>
                      </a:pPr>
                      <a:r>
                        <a:rPr lang="en-US" sz="1200" b="1" dirty="0">
                          <a:solidFill>
                            <a:schemeClr val="tx1"/>
                          </a:solidFill>
                        </a:rPr>
                        <a:t>1. 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20000"/>
                        </a:lnSpc>
                        <a:spcBef>
                          <a:spcPts val="1200"/>
                        </a:spcBef>
                        <a:buFont typeface="Arial" panose="020B0604020202020204" pitchFamily="34" charset="0"/>
                        <a:buNone/>
                      </a:pPr>
                      <a:r>
                        <a:rPr lang="en-US" sz="1200" dirty="0">
                          <a:solidFill>
                            <a:schemeClr val="tx1"/>
                          </a:solidFill>
                        </a:rPr>
                        <a:t>Sed do eiusmod tempor incididunt ut labore et dolore magna aliqua.</a:t>
                      </a:r>
                      <a:endParaRPr lang="en-US" sz="1200" b="1" dirty="0">
                        <a:solidFill>
                          <a:schemeClr val="tx1"/>
                        </a:solidFill>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4723345"/>
                  </a:ext>
                </a:extLst>
              </a:tr>
              <a:tr h="492411">
                <a:tc vMerge="1">
                  <a:txBody>
                    <a:bodyPr/>
                    <a:lstStyle/>
                    <a:p>
                      <a:endParaRPr lang="en-US"/>
                    </a:p>
                  </a:txBody>
                  <a:tcPr/>
                </a:tc>
                <a:tc>
                  <a:txBody>
                    <a:bodyPr/>
                    <a:lstStyle/>
                    <a:p>
                      <a:pPr marL="0" indent="0" algn="l">
                        <a:buFont typeface="+mj-lt"/>
                        <a:buNone/>
                      </a:pPr>
                      <a:r>
                        <a:rPr lang="en-US" sz="1200" b="1" dirty="0">
                          <a:solidFill>
                            <a:schemeClr val="tx1"/>
                          </a:solidFill>
                        </a:rPr>
                        <a:t>2. 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1529602"/>
                  </a:ext>
                </a:extLst>
              </a:tr>
              <a:tr h="492411">
                <a:tc vMerge="1">
                  <a:txBody>
                    <a:bodyPr/>
                    <a:lstStyle/>
                    <a:p>
                      <a:endParaRPr lang="en-US"/>
                    </a:p>
                  </a:txBody>
                  <a:tcPr/>
                </a:tc>
                <a:tc>
                  <a:txBody>
                    <a:bodyPr/>
                    <a:lstStyle/>
                    <a:p>
                      <a:pPr marL="0" indent="0" algn="l">
                        <a:buFont typeface="+mj-lt"/>
                        <a:buNone/>
                      </a:pPr>
                      <a:r>
                        <a:rPr lang="en-US" sz="1200" b="1" dirty="0">
                          <a:solidFill>
                            <a:schemeClr val="tx1"/>
                          </a:solidFill>
                        </a:rPr>
                        <a:t>3. 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0452684"/>
                  </a:ext>
                </a:extLst>
              </a:tr>
              <a:tr h="492411">
                <a:tc rowSpan="3">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rPr>
                        <a:t>Topic</a:t>
                      </a:r>
                      <a:endParaRPr kumimoji="0" lang="en-US" sz="14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Font typeface="+mj-lt"/>
                        <a:buNone/>
                      </a:pPr>
                      <a:r>
                        <a:rPr lang="en-US" sz="1200" b="1" baseline="0" dirty="0">
                          <a:solidFill>
                            <a:schemeClr val="tx1"/>
                          </a:solidFill>
                        </a:rPr>
                        <a:t>4. </a:t>
                      </a:r>
                      <a:r>
                        <a:rPr lang="en-US" sz="1200" b="1" dirty="0">
                          <a:solidFill>
                            <a:schemeClr val="tx1"/>
                          </a:solidFill>
                        </a:rPr>
                        <a:t>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2729224"/>
                  </a:ext>
                </a:extLst>
              </a:tr>
              <a:tr h="492411">
                <a:tc vMerge="1">
                  <a:txBody>
                    <a:bodyPr/>
                    <a:lstStyle/>
                    <a:p>
                      <a:endParaRPr lang="en-US" sz="1100" b="1"/>
                    </a:p>
                  </a:txBody>
                  <a:tcPr marL="68580" marR="68580" marT="34290" marB="34290"/>
                </a:tc>
                <a:tc>
                  <a:txBody>
                    <a:bodyPr/>
                    <a:lstStyle/>
                    <a:p>
                      <a:pPr marL="0" indent="0" algn="l">
                        <a:buFont typeface="+mj-lt"/>
                        <a:buNone/>
                      </a:pPr>
                      <a:r>
                        <a:rPr lang="en-US" sz="1200" b="1" dirty="0">
                          <a:solidFill>
                            <a:schemeClr val="tx1"/>
                          </a:solidFill>
                        </a:rPr>
                        <a:t>5. 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591926"/>
                  </a:ext>
                </a:extLst>
              </a:tr>
              <a:tr h="492411">
                <a:tc vMerge="1">
                  <a:txBody>
                    <a:bodyPr/>
                    <a:lstStyle/>
                    <a:p>
                      <a:pPr algn="ctr"/>
                      <a:endParaRPr lang="en-US" sz="1100" b="1">
                        <a:solidFill>
                          <a:schemeClr val="tx2"/>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Font typeface="+mj-lt"/>
                        <a:buNone/>
                      </a:pPr>
                      <a:r>
                        <a:rPr lang="en-US" sz="1200" b="1" dirty="0">
                          <a:solidFill>
                            <a:schemeClr val="tx1"/>
                          </a:solidFill>
                        </a:rPr>
                        <a:t>6. Topic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7123978"/>
                  </a:ext>
                </a:extLst>
              </a:tr>
              <a:tr h="492411">
                <a:tc rowSpan="3">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rPr>
                        <a:t>Topic</a:t>
                      </a:r>
                      <a:endParaRPr kumimoji="0" lang="en-US" sz="14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12192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378" rtl="0" eaLnBrk="1" latinLnBrk="0" hangingPunct="1">
                        <a:buFont typeface="+mj-lt"/>
                        <a:buNone/>
                      </a:pPr>
                      <a:r>
                        <a:rPr lang="en-US" sz="1200" b="1" kern="1200" dirty="0">
                          <a:solidFill>
                            <a:schemeClr val="tx1"/>
                          </a:solidFill>
                          <a:latin typeface="+mn-lt"/>
                          <a:ea typeface="+mn-ea"/>
                          <a:cs typeface="+mn-cs"/>
                        </a:rPr>
                        <a:t>7. </a:t>
                      </a:r>
                      <a:r>
                        <a:rPr lang="en-US" sz="1200" b="1" dirty="0">
                          <a:solidFill>
                            <a:schemeClr val="tx1"/>
                          </a:solidFill>
                        </a:rPr>
                        <a:t>Topic</a:t>
                      </a:r>
                      <a:endParaRPr lang="en-US" sz="1200" b="1" kern="1200" dirty="0">
                        <a:solidFill>
                          <a:schemeClr val="tx1"/>
                        </a:solidFill>
                        <a:latin typeface="+mn-lt"/>
                        <a:ea typeface="+mn-ea"/>
                        <a:cs typeface="+mn-cs"/>
                      </a:endParaRPr>
                    </a:p>
                  </a:txBody>
                  <a:tcPr marR="12192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1249459"/>
                  </a:ext>
                </a:extLst>
              </a:tr>
              <a:tr h="492411">
                <a:tc vMerge="1">
                  <a:txBody>
                    <a:bodyPr/>
                    <a:lstStyle/>
                    <a:p>
                      <a:pPr marL="0" algn="ctr" defTabSz="914378" rtl="0" eaLnBrk="1" latinLnBrk="0" hangingPunct="1"/>
                      <a:endParaRPr lang="en-US" sz="1100" b="1" kern="1200">
                        <a:solidFill>
                          <a:schemeClr val="tx2"/>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378" rtl="0" eaLnBrk="1" latinLnBrk="0" hangingPunct="1">
                        <a:buFont typeface="+mj-lt"/>
                        <a:buNone/>
                      </a:pPr>
                      <a:r>
                        <a:rPr lang="en-US" sz="1200" b="1" kern="1200" dirty="0">
                          <a:solidFill>
                            <a:schemeClr val="tx1"/>
                          </a:solidFill>
                          <a:latin typeface="+mn-lt"/>
                          <a:ea typeface="+mn-ea"/>
                          <a:cs typeface="+mn-cs"/>
                        </a:rPr>
                        <a:t>8.</a:t>
                      </a:r>
                      <a:r>
                        <a:rPr lang="en-US" sz="1200" b="1" kern="1200" baseline="0" dirty="0">
                          <a:solidFill>
                            <a:schemeClr val="tx1"/>
                          </a:solidFill>
                          <a:latin typeface="+mn-lt"/>
                          <a:ea typeface="+mn-ea"/>
                          <a:cs typeface="+mn-cs"/>
                        </a:rPr>
                        <a:t> </a:t>
                      </a:r>
                      <a:r>
                        <a:rPr lang="en-US" sz="1200" b="1" dirty="0">
                          <a:solidFill>
                            <a:schemeClr val="tx1"/>
                          </a:solidFill>
                        </a:rPr>
                        <a:t>Topic</a:t>
                      </a:r>
                      <a:endParaRPr lang="en-US" sz="1200" b="1" kern="1200" dirty="0">
                        <a:solidFill>
                          <a:schemeClr val="tx1"/>
                        </a:solidFill>
                        <a:latin typeface="+mn-lt"/>
                        <a:ea typeface="+mn-ea"/>
                        <a:cs typeface="+mn-cs"/>
                      </a:endParaRPr>
                    </a:p>
                  </a:txBody>
                  <a:tcPr marR="12192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2570673"/>
                  </a:ext>
                </a:extLst>
              </a:tr>
              <a:tr h="492411">
                <a:tc vMerge="1">
                  <a:txBody>
                    <a:bodyPr/>
                    <a:lstStyle/>
                    <a:p>
                      <a:pPr marL="0" algn="ctr" defTabSz="914378" rtl="0" eaLnBrk="1" latinLnBrk="0" hangingPunct="1"/>
                      <a:endParaRPr lang="en-US" sz="1100" b="1" kern="1200">
                        <a:solidFill>
                          <a:schemeClr val="tx2"/>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378" rtl="0" eaLnBrk="1" latinLnBrk="0" hangingPunct="1">
                        <a:buFont typeface="+mj-lt"/>
                        <a:buNone/>
                      </a:pPr>
                      <a:r>
                        <a:rPr lang="en-US" sz="1200" b="1" kern="1200" dirty="0">
                          <a:solidFill>
                            <a:schemeClr val="tx1"/>
                          </a:solidFill>
                          <a:latin typeface="+mn-lt"/>
                          <a:ea typeface="+mn-ea"/>
                          <a:cs typeface="+mn-cs"/>
                        </a:rPr>
                        <a:t>9. </a:t>
                      </a:r>
                      <a:r>
                        <a:rPr lang="en-US" sz="1200" b="1" dirty="0">
                          <a:solidFill>
                            <a:schemeClr val="tx1"/>
                          </a:solidFill>
                        </a:rPr>
                        <a:t>Topic</a:t>
                      </a:r>
                      <a:endParaRPr lang="en-US" sz="1200" b="1" kern="1200" dirty="0">
                        <a:solidFill>
                          <a:schemeClr val="tx1"/>
                        </a:solidFill>
                        <a:latin typeface="+mn-lt"/>
                        <a:ea typeface="+mn-ea"/>
                        <a:cs typeface="+mn-cs"/>
                      </a:endParaRPr>
                    </a:p>
                  </a:txBody>
                  <a:tcPr marR="12192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Sed do eiusmod tempor incididunt ut labore et dolore magna aliqua.</a:t>
                      </a:r>
                      <a:endPar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endParaRPr>
                    </a:p>
                  </a:txBody>
                  <a:tcPr marR="0" marT="60960" marB="6096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37148"/>
                  </a:ext>
                </a:extLst>
              </a:tr>
            </a:tbl>
          </a:graphicData>
        </a:graphic>
      </p:graphicFrame>
      <p:sp>
        <p:nvSpPr>
          <p:cNvPr id="10" name="Footer Placeholder 9">
            <a:extLst>
              <a:ext uri="{FF2B5EF4-FFF2-40B4-BE49-F238E27FC236}">
                <a16:creationId xmlns:a16="http://schemas.microsoft.com/office/drawing/2014/main" id="{5D2D4594-DBD1-A121-8D0E-8D3146C0FEB3}"/>
              </a:ext>
            </a:extLst>
          </p:cNvPr>
          <p:cNvSpPr>
            <a:spLocks noGrp="1"/>
          </p:cNvSpPr>
          <p:nvPr>
            <p:ph type="ftr" sz="quarter" idx="11"/>
          </p:nvPr>
        </p:nvSpPr>
        <p:spPr>
          <a:xfrm>
            <a:off x="1042416" y="6263639"/>
            <a:ext cx="1839680" cy="365760"/>
          </a:xfrm>
        </p:spPr>
        <p:txBody>
          <a:bodyPr/>
          <a:lstStyle/>
          <a:p>
            <a:r>
              <a:rPr lang="en-US"/>
              <a:t>© 2023 Cognizant | Confidential &amp; Proprietary</a:t>
            </a:r>
            <a:endParaRPr lang="en-US" dirty="0"/>
          </a:p>
        </p:txBody>
      </p:sp>
      <p:sp>
        <p:nvSpPr>
          <p:cNvPr id="6" name="Slide Number Placeholder 5">
            <a:extLst>
              <a:ext uri="{FF2B5EF4-FFF2-40B4-BE49-F238E27FC236}">
                <a16:creationId xmlns:a16="http://schemas.microsoft.com/office/drawing/2014/main" id="{A3DD243B-EA8C-48A8-8561-881938E249F5}"/>
              </a:ext>
            </a:extLst>
          </p:cNvPr>
          <p:cNvSpPr>
            <a:spLocks noGrp="1"/>
          </p:cNvSpPr>
          <p:nvPr>
            <p:ph type="sldNum" sz="quarter" idx="12"/>
          </p:nvPr>
        </p:nvSpPr>
        <p:spPr/>
        <p:txBody>
          <a:bodyPr/>
          <a:lstStyle/>
          <a:p>
            <a:fld id="{C53E075B-3175-45CF-B3C7-FEDF3F5961E3}" type="slidenum">
              <a:rPr lang="en-US" smtClean="0"/>
              <a:pPr/>
              <a:t>39</a:t>
            </a:fld>
            <a:endParaRPr lang="en-US" dirty="0"/>
          </a:p>
        </p:txBody>
      </p:sp>
    </p:spTree>
    <p:extLst>
      <p:ext uri="{BB962C8B-B14F-4D97-AF65-F5344CB8AC3E}">
        <p14:creationId xmlns:p14="http://schemas.microsoft.com/office/powerpoint/2010/main" val="814705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6FFE8837-006D-9142-B95A-612D36D43E39}"/>
              </a:ext>
            </a:extLst>
          </p:cNvPr>
          <p:cNvGraphicFramePr>
            <a:graphicFrameLocks noGrp="1"/>
          </p:cNvGraphicFramePr>
          <p:nvPr>
            <p:extLst>
              <p:ext uri="{D42A27DB-BD31-4B8C-83A1-F6EECF244321}">
                <p14:modId xmlns:p14="http://schemas.microsoft.com/office/powerpoint/2010/main" val="1002163661"/>
              </p:ext>
            </p:extLst>
          </p:nvPr>
        </p:nvGraphicFramePr>
        <p:xfrm>
          <a:off x="459846" y="1193913"/>
          <a:ext cx="5258783" cy="2471649"/>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57200">
                <a:tc>
                  <a:txBody>
                    <a:bodyPr/>
                    <a:lstStyle/>
                    <a:p>
                      <a:pPr marL="0" algn="l" defTabSz="914400" rtl="0" eaLnBrk="1" fontAlgn="ctr" latinLnBrk="0" hangingPunct="1"/>
                      <a:r>
                        <a:rPr lang="en-US" sz="1600" b="1" u="none" strike="noStrike" kern="1200" spc="40" baseline="0" dirty="0">
                          <a:solidFill>
                            <a:schemeClr val="tx1"/>
                          </a:solidFill>
                          <a:effectLst/>
                          <a:latin typeface="Arial" panose="020B0604020202020204" pitchFamily="34" charset="0"/>
                          <a:ea typeface="Arial" charset="0"/>
                          <a:cs typeface="Arial" panose="020B0604020202020204" pitchFamily="34" charset="0"/>
                        </a:rPr>
                        <a:t>Strengths</a:t>
                      </a:r>
                    </a:p>
                  </a:txBody>
                  <a:tcPr marL="0" marR="12700" marT="127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2014449">
                <a:tc>
                  <a:txBody>
                    <a:bodyPr/>
                    <a:lstStyle/>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txBody>
                  <a:tcPr marL="0" marR="60960" marT="12192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sp>
        <p:nvSpPr>
          <p:cNvPr id="5" name="Title 4"/>
          <p:cNvSpPr>
            <a:spLocks noGrp="1"/>
          </p:cNvSpPr>
          <p:nvPr>
            <p:ph type="title"/>
          </p:nvPr>
        </p:nvSpPr>
        <p:spPr/>
        <p:txBody>
          <a:bodyPr/>
          <a:lstStyle/>
          <a:p>
            <a:r>
              <a:rPr lang="en-US"/>
              <a:t>Sample SWOT analysis</a:t>
            </a:r>
          </a:p>
        </p:txBody>
      </p:sp>
      <p:graphicFrame>
        <p:nvGraphicFramePr>
          <p:cNvPr id="6" name="Table 5">
            <a:extLst>
              <a:ext uri="{FF2B5EF4-FFF2-40B4-BE49-F238E27FC236}">
                <a16:creationId xmlns:a16="http://schemas.microsoft.com/office/drawing/2014/main" id="{8928DDA1-635E-6425-B2A0-A21CFDAD5F86}"/>
              </a:ext>
            </a:extLst>
          </p:cNvPr>
          <p:cNvGraphicFramePr>
            <a:graphicFrameLocks noGrp="1"/>
          </p:cNvGraphicFramePr>
          <p:nvPr>
            <p:extLst>
              <p:ext uri="{D42A27DB-BD31-4B8C-83A1-F6EECF244321}">
                <p14:modId xmlns:p14="http://schemas.microsoft.com/office/powerpoint/2010/main" val="830940382"/>
              </p:ext>
            </p:extLst>
          </p:nvPr>
        </p:nvGraphicFramePr>
        <p:xfrm>
          <a:off x="6096000" y="1207524"/>
          <a:ext cx="5258783" cy="2471649"/>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57200">
                <a:tc>
                  <a:txBody>
                    <a:bodyPr/>
                    <a:lstStyle/>
                    <a:p>
                      <a:pPr marL="0" algn="l" defTabSz="914400" rtl="0" eaLnBrk="1" fontAlgn="ctr" latinLnBrk="0" hangingPunct="1"/>
                      <a:r>
                        <a:rPr lang="en-US" sz="1600" b="1" u="none" strike="noStrike" kern="1200" spc="40" baseline="0" dirty="0">
                          <a:solidFill>
                            <a:schemeClr val="tx1"/>
                          </a:solidFill>
                          <a:effectLst/>
                          <a:latin typeface="Arial" panose="020B0604020202020204" pitchFamily="34" charset="0"/>
                          <a:ea typeface="Arial" charset="0"/>
                          <a:cs typeface="Arial" panose="020B0604020202020204" pitchFamily="34" charset="0"/>
                        </a:rPr>
                        <a:t>Weaknesses</a:t>
                      </a:r>
                    </a:p>
                  </a:txBody>
                  <a:tcPr marR="12700" marT="127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2014449">
                <a:tc>
                  <a:txBody>
                    <a:bodyPr/>
                    <a:lstStyle/>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txBody>
                  <a:tcPr marL="60960" marR="60960" marT="12192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graphicFrame>
        <p:nvGraphicFramePr>
          <p:cNvPr id="7" name="Table 6">
            <a:extLst>
              <a:ext uri="{FF2B5EF4-FFF2-40B4-BE49-F238E27FC236}">
                <a16:creationId xmlns:a16="http://schemas.microsoft.com/office/drawing/2014/main" id="{C1F76B1C-2AD2-53F5-CDFE-265D18BB8687}"/>
              </a:ext>
            </a:extLst>
          </p:cNvPr>
          <p:cNvGraphicFramePr>
            <a:graphicFrameLocks noGrp="1"/>
          </p:cNvGraphicFramePr>
          <p:nvPr>
            <p:extLst>
              <p:ext uri="{D42A27DB-BD31-4B8C-83A1-F6EECF244321}">
                <p14:modId xmlns:p14="http://schemas.microsoft.com/office/powerpoint/2010/main" val="237885057"/>
              </p:ext>
            </p:extLst>
          </p:nvPr>
        </p:nvGraphicFramePr>
        <p:xfrm>
          <a:off x="459846" y="3665562"/>
          <a:ext cx="5258783" cy="2471649"/>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57200">
                <a:tc>
                  <a:txBody>
                    <a:bodyPr/>
                    <a:lstStyle/>
                    <a:p>
                      <a:pPr marL="0" algn="l" defTabSz="914400" rtl="0" eaLnBrk="1" fontAlgn="ctr" latinLnBrk="0" hangingPunct="1"/>
                      <a:r>
                        <a:rPr lang="en-US" sz="1600" b="1" u="none" strike="noStrike" kern="1200" spc="40" baseline="0" dirty="0">
                          <a:solidFill>
                            <a:schemeClr val="tx1"/>
                          </a:solidFill>
                          <a:effectLst/>
                          <a:latin typeface="Arial" panose="020B0604020202020204" pitchFamily="34" charset="0"/>
                          <a:ea typeface="Arial" charset="0"/>
                          <a:cs typeface="Arial" panose="020B0604020202020204" pitchFamily="34" charset="0"/>
                        </a:rPr>
                        <a:t>Opportunities</a:t>
                      </a:r>
                    </a:p>
                  </a:txBody>
                  <a:tcPr marR="12700" marT="127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2014449">
                <a:tc>
                  <a:txBody>
                    <a:bodyPr/>
                    <a:lstStyle/>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txBody>
                  <a:tcPr marL="60960" marR="60960" marT="12192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graphicFrame>
        <p:nvGraphicFramePr>
          <p:cNvPr id="8" name="Table 7">
            <a:extLst>
              <a:ext uri="{FF2B5EF4-FFF2-40B4-BE49-F238E27FC236}">
                <a16:creationId xmlns:a16="http://schemas.microsoft.com/office/drawing/2014/main" id="{358CB311-F45E-A330-1F9F-F5EF0D095B88}"/>
              </a:ext>
            </a:extLst>
          </p:cNvPr>
          <p:cNvGraphicFramePr>
            <a:graphicFrameLocks noGrp="1"/>
          </p:cNvGraphicFramePr>
          <p:nvPr>
            <p:extLst>
              <p:ext uri="{D42A27DB-BD31-4B8C-83A1-F6EECF244321}">
                <p14:modId xmlns:p14="http://schemas.microsoft.com/office/powerpoint/2010/main" val="2329253133"/>
              </p:ext>
            </p:extLst>
          </p:nvPr>
        </p:nvGraphicFramePr>
        <p:xfrm>
          <a:off x="6096000" y="3679173"/>
          <a:ext cx="5258783" cy="2471649"/>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57200">
                <a:tc>
                  <a:txBody>
                    <a:bodyPr/>
                    <a:lstStyle/>
                    <a:p>
                      <a:pPr marL="0" algn="l" defTabSz="914400" rtl="0" eaLnBrk="1" fontAlgn="ctr" latinLnBrk="0" hangingPunct="1"/>
                      <a:r>
                        <a:rPr lang="en-US" sz="1600" b="1" u="none" strike="noStrike" kern="1200" spc="40" baseline="0" dirty="0">
                          <a:solidFill>
                            <a:schemeClr val="tx1"/>
                          </a:solidFill>
                          <a:effectLst/>
                          <a:latin typeface="Arial" panose="020B0604020202020204" pitchFamily="34" charset="0"/>
                          <a:ea typeface="Arial" charset="0"/>
                          <a:cs typeface="Arial" panose="020B0604020202020204" pitchFamily="34" charset="0"/>
                        </a:rPr>
                        <a:t>Threats</a:t>
                      </a:r>
                    </a:p>
                  </a:txBody>
                  <a:tcPr marR="12700" marT="127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2014449">
                <a:tc>
                  <a:txBody>
                    <a:bodyPr/>
                    <a:lstStyle/>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txBody>
                  <a:tcPr marL="60960" marR="60960" marT="12192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sp>
        <p:nvSpPr>
          <p:cNvPr id="10" name="Footer Placeholder 9">
            <a:extLst>
              <a:ext uri="{FF2B5EF4-FFF2-40B4-BE49-F238E27FC236}">
                <a16:creationId xmlns:a16="http://schemas.microsoft.com/office/drawing/2014/main" id="{85C28546-C9C3-4351-8716-C99F8C90330A}"/>
              </a:ext>
            </a:extLst>
          </p:cNvPr>
          <p:cNvSpPr>
            <a:spLocks noGrp="1"/>
          </p:cNvSpPr>
          <p:nvPr>
            <p:ph type="ftr" sz="quarter" idx="11"/>
          </p:nvPr>
        </p:nvSpPr>
        <p:spPr/>
        <p:txBody>
          <a:bodyPr/>
          <a:lstStyle/>
          <a:p>
            <a:r>
              <a:rPr lang="en-US"/>
              <a:t>© 2023 Cognizant | Confidential &amp; Proprietary</a:t>
            </a:r>
            <a:endParaRPr lang="en-US" dirty="0"/>
          </a:p>
        </p:txBody>
      </p:sp>
      <p:sp>
        <p:nvSpPr>
          <p:cNvPr id="2" name="Slide Number Placeholder 1">
            <a:extLst>
              <a:ext uri="{FF2B5EF4-FFF2-40B4-BE49-F238E27FC236}">
                <a16:creationId xmlns:a16="http://schemas.microsoft.com/office/drawing/2014/main" id="{E82A708D-8295-CCC1-5CB3-8052004E707B}"/>
              </a:ext>
            </a:extLst>
          </p:cNvPr>
          <p:cNvSpPr>
            <a:spLocks noGrp="1"/>
          </p:cNvSpPr>
          <p:nvPr>
            <p:ph type="sldNum" sz="quarter" idx="12"/>
          </p:nvPr>
        </p:nvSpPr>
        <p:spPr/>
        <p:txBody>
          <a:bodyPr/>
          <a:lstStyle/>
          <a:p>
            <a:fld id="{C53E075B-3175-45CF-B3C7-FEDF3F5961E3}" type="slidenum">
              <a:rPr lang="en-US" smtClean="0"/>
              <a:pPr/>
              <a:t>40</a:t>
            </a:fld>
            <a:endParaRPr lang="en-US" dirty="0"/>
          </a:p>
        </p:txBody>
      </p:sp>
    </p:spTree>
    <p:extLst>
      <p:ext uri="{BB962C8B-B14F-4D97-AF65-F5344CB8AC3E}">
        <p14:creationId xmlns:p14="http://schemas.microsoft.com/office/powerpoint/2010/main" val="41172005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6FFE8837-006D-9142-B95A-612D36D43E39}"/>
              </a:ext>
            </a:extLst>
          </p:cNvPr>
          <p:cNvGraphicFramePr>
            <a:graphicFrameLocks noGrp="1"/>
          </p:cNvGraphicFramePr>
          <p:nvPr>
            <p:extLst>
              <p:ext uri="{D42A27DB-BD31-4B8C-83A1-F6EECF244321}">
                <p14:modId xmlns:p14="http://schemas.microsoft.com/office/powerpoint/2010/main" val="2683071344"/>
              </p:ext>
            </p:extLst>
          </p:nvPr>
        </p:nvGraphicFramePr>
        <p:xfrm>
          <a:off x="459846" y="1193913"/>
          <a:ext cx="5258783" cy="2471649"/>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57200">
                <a:tc>
                  <a:txBody>
                    <a:bodyPr/>
                    <a:lstStyle/>
                    <a:p>
                      <a:pPr marL="0" algn="l" defTabSz="914400" rtl="0" eaLnBrk="1" fontAlgn="ctr" latinLnBrk="0" hangingPunct="1"/>
                      <a:r>
                        <a:rPr lang="en-US" sz="1600" b="1" u="none" strike="noStrike" kern="1200" spc="40" baseline="0" dirty="0">
                          <a:solidFill>
                            <a:schemeClr val="tx1"/>
                          </a:solidFill>
                          <a:effectLst/>
                          <a:latin typeface="Arial" panose="020B0604020202020204" pitchFamily="34" charset="0"/>
                          <a:ea typeface="Arial" charset="0"/>
                          <a:cs typeface="Arial" panose="020B0604020202020204" pitchFamily="34" charset="0"/>
                        </a:rPr>
                        <a:t>Strengths</a:t>
                      </a:r>
                    </a:p>
                  </a:txBody>
                  <a:tcPr marL="0" marR="12700" marT="127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2014449">
                <a:tc>
                  <a:txBody>
                    <a:bodyPr/>
                    <a:lstStyle/>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txBody>
                  <a:tcPr marL="0" marR="60960" marT="12192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sp>
        <p:nvSpPr>
          <p:cNvPr id="5" name="Title 4"/>
          <p:cNvSpPr>
            <a:spLocks noGrp="1"/>
          </p:cNvSpPr>
          <p:nvPr>
            <p:ph type="title"/>
          </p:nvPr>
        </p:nvSpPr>
        <p:spPr/>
        <p:txBody>
          <a:bodyPr/>
          <a:lstStyle/>
          <a:p>
            <a:r>
              <a:rPr lang="en-US"/>
              <a:t>Sample SWOT analysis</a:t>
            </a:r>
          </a:p>
        </p:txBody>
      </p:sp>
      <p:graphicFrame>
        <p:nvGraphicFramePr>
          <p:cNvPr id="6" name="Table 5">
            <a:extLst>
              <a:ext uri="{FF2B5EF4-FFF2-40B4-BE49-F238E27FC236}">
                <a16:creationId xmlns:a16="http://schemas.microsoft.com/office/drawing/2014/main" id="{8928DDA1-635E-6425-B2A0-A21CFDAD5F86}"/>
              </a:ext>
            </a:extLst>
          </p:cNvPr>
          <p:cNvGraphicFramePr>
            <a:graphicFrameLocks noGrp="1"/>
          </p:cNvGraphicFramePr>
          <p:nvPr>
            <p:extLst>
              <p:ext uri="{D42A27DB-BD31-4B8C-83A1-F6EECF244321}">
                <p14:modId xmlns:p14="http://schemas.microsoft.com/office/powerpoint/2010/main" val="1617172603"/>
              </p:ext>
            </p:extLst>
          </p:nvPr>
        </p:nvGraphicFramePr>
        <p:xfrm>
          <a:off x="6096000" y="1207524"/>
          <a:ext cx="5258783" cy="2471649"/>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57200">
                <a:tc>
                  <a:txBody>
                    <a:bodyPr/>
                    <a:lstStyle/>
                    <a:p>
                      <a:pPr marL="0" algn="l" defTabSz="914400" rtl="0" eaLnBrk="1" fontAlgn="ctr" latinLnBrk="0" hangingPunct="1"/>
                      <a:r>
                        <a:rPr lang="en-US" sz="1600" b="1" u="none" strike="noStrike" kern="1200" spc="40" baseline="0" dirty="0">
                          <a:solidFill>
                            <a:schemeClr val="tx1"/>
                          </a:solidFill>
                          <a:effectLst/>
                          <a:latin typeface="Arial" panose="020B0604020202020204" pitchFamily="34" charset="0"/>
                          <a:ea typeface="Arial" charset="0"/>
                          <a:cs typeface="Arial" panose="020B0604020202020204" pitchFamily="34" charset="0"/>
                        </a:rPr>
                        <a:t>Weaknesses</a:t>
                      </a:r>
                    </a:p>
                  </a:txBody>
                  <a:tcPr marR="12700" marT="127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2014449">
                <a:tc>
                  <a:txBody>
                    <a:bodyPr/>
                    <a:lstStyle/>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txBody>
                  <a:tcPr marL="60960" marR="60960" marT="12192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graphicFrame>
        <p:nvGraphicFramePr>
          <p:cNvPr id="7" name="Table 6">
            <a:extLst>
              <a:ext uri="{FF2B5EF4-FFF2-40B4-BE49-F238E27FC236}">
                <a16:creationId xmlns:a16="http://schemas.microsoft.com/office/drawing/2014/main" id="{C1F76B1C-2AD2-53F5-CDFE-265D18BB8687}"/>
              </a:ext>
            </a:extLst>
          </p:cNvPr>
          <p:cNvGraphicFramePr>
            <a:graphicFrameLocks noGrp="1"/>
          </p:cNvGraphicFramePr>
          <p:nvPr>
            <p:extLst>
              <p:ext uri="{D42A27DB-BD31-4B8C-83A1-F6EECF244321}">
                <p14:modId xmlns:p14="http://schemas.microsoft.com/office/powerpoint/2010/main" val="3903337894"/>
              </p:ext>
            </p:extLst>
          </p:nvPr>
        </p:nvGraphicFramePr>
        <p:xfrm>
          <a:off x="459846" y="3665562"/>
          <a:ext cx="5258783" cy="2471649"/>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57200">
                <a:tc>
                  <a:txBody>
                    <a:bodyPr/>
                    <a:lstStyle/>
                    <a:p>
                      <a:pPr marL="0" algn="l" defTabSz="914400" rtl="0" eaLnBrk="1" fontAlgn="ctr" latinLnBrk="0" hangingPunct="1"/>
                      <a:r>
                        <a:rPr lang="en-US" sz="1600" b="1" u="none" strike="noStrike" kern="1200" spc="40" baseline="0" dirty="0">
                          <a:solidFill>
                            <a:schemeClr val="tx1"/>
                          </a:solidFill>
                          <a:effectLst/>
                          <a:latin typeface="Arial" panose="020B0604020202020204" pitchFamily="34" charset="0"/>
                          <a:ea typeface="Arial" charset="0"/>
                          <a:cs typeface="Arial" panose="020B0604020202020204" pitchFamily="34" charset="0"/>
                        </a:rPr>
                        <a:t>Opportunities</a:t>
                      </a:r>
                    </a:p>
                  </a:txBody>
                  <a:tcPr marR="12700" marT="127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2014449">
                <a:tc>
                  <a:txBody>
                    <a:bodyPr/>
                    <a:lstStyle/>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txBody>
                  <a:tcPr marL="60960" marR="60960" marT="12192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graphicFrame>
        <p:nvGraphicFramePr>
          <p:cNvPr id="8" name="Table 7">
            <a:extLst>
              <a:ext uri="{FF2B5EF4-FFF2-40B4-BE49-F238E27FC236}">
                <a16:creationId xmlns:a16="http://schemas.microsoft.com/office/drawing/2014/main" id="{358CB311-F45E-A330-1F9F-F5EF0D095B88}"/>
              </a:ext>
            </a:extLst>
          </p:cNvPr>
          <p:cNvGraphicFramePr>
            <a:graphicFrameLocks noGrp="1"/>
          </p:cNvGraphicFramePr>
          <p:nvPr>
            <p:extLst>
              <p:ext uri="{D42A27DB-BD31-4B8C-83A1-F6EECF244321}">
                <p14:modId xmlns:p14="http://schemas.microsoft.com/office/powerpoint/2010/main" val="2751942193"/>
              </p:ext>
            </p:extLst>
          </p:nvPr>
        </p:nvGraphicFramePr>
        <p:xfrm>
          <a:off x="6096000" y="3679173"/>
          <a:ext cx="5258783" cy="2471649"/>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57200">
                <a:tc>
                  <a:txBody>
                    <a:bodyPr/>
                    <a:lstStyle/>
                    <a:p>
                      <a:pPr marL="0" algn="l" defTabSz="914400" rtl="0" eaLnBrk="1" fontAlgn="ctr" latinLnBrk="0" hangingPunct="1"/>
                      <a:r>
                        <a:rPr lang="en-US" sz="1600" b="1" u="none" strike="noStrike" kern="1200" spc="40" baseline="0" dirty="0">
                          <a:solidFill>
                            <a:schemeClr val="tx1"/>
                          </a:solidFill>
                          <a:effectLst/>
                          <a:latin typeface="Arial" panose="020B0604020202020204" pitchFamily="34" charset="0"/>
                          <a:ea typeface="Arial" charset="0"/>
                          <a:cs typeface="Arial" panose="020B0604020202020204" pitchFamily="34" charset="0"/>
                        </a:rPr>
                        <a:t>Threats</a:t>
                      </a:r>
                    </a:p>
                  </a:txBody>
                  <a:tcPr marR="12700" marT="127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2014449">
                <a:tc>
                  <a:txBody>
                    <a:bodyPr/>
                    <a:lstStyle/>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p>
                      <a:pPr marL="457200" lvl="1" indent="-228600">
                        <a:spcAft>
                          <a:spcPts val="300"/>
                        </a:spcAft>
                        <a:buFont typeface="Arial" panose="020B0604020202020204" pitchFamily="34" charset="0"/>
                        <a:buChar char="•"/>
                        <a:tabLst/>
                      </a:pPr>
                      <a:r>
                        <a:rPr lang="en-US" sz="1400" dirty="0">
                          <a:solidFill>
                            <a:schemeClr val="tx1"/>
                          </a:solidFill>
                        </a:rPr>
                        <a:t>Lorem ipsum</a:t>
                      </a:r>
                    </a:p>
                  </a:txBody>
                  <a:tcPr marL="60960" marR="60960" marT="12192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sp>
        <p:nvSpPr>
          <p:cNvPr id="10" name="Footer Placeholder 9">
            <a:extLst>
              <a:ext uri="{FF2B5EF4-FFF2-40B4-BE49-F238E27FC236}">
                <a16:creationId xmlns:a16="http://schemas.microsoft.com/office/drawing/2014/main" id="{EAED0A7E-8977-3D9E-B1EA-DDD2FAA52C5E}"/>
              </a:ext>
            </a:extLst>
          </p:cNvPr>
          <p:cNvSpPr>
            <a:spLocks noGrp="1"/>
          </p:cNvSpPr>
          <p:nvPr>
            <p:ph type="ftr" sz="quarter" idx="11"/>
          </p:nvPr>
        </p:nvSpPr>
        <p:spPr>
          <a:xfrm>
            <a:off x="1042416" y="6263639"/>
            <a:ext cx="1839680" cy="365760"/>
          </a:xfrm>
        </p:spPr>
        <p:txBody>
          <a:bodyPr/>
          <a:lstStyle/>
          <a:p>
            <a:r>
              <a:rPr lang="en-US"/>
              <a:t>© 2023 Cognizant | Confidential &amp; Proprietary</a:t>
            </a:r>
            <a:endParaRPr lang="en-US" dirty="0"/>
          </a:p>
        </p:txBody>
      </p:sp>
      <p:sp>
        <p:nvSpPr>
          <p:cNvPr id="2" name="Slide Number Placeholder 1">
            <a:extLst>
              <a:ext uri="{FF2B5EF4-FFF2-40B4-BE49-F238E27FC236}">
                <a16:creationId xmlns:a16="http://schemas.microsoft.com/office/drawing/2014/main" id="{397D0CA0-4225-D425-462A-032C25058CD4}"/>
              </a:ext>
            </a:extLst>
          </p:cNvPr>
          <p:cNvSpPr>
            <a:spLocks noGrp="1"/>
          </p:cNvSpPr>
          <p:nvPr>
            <p:ph type="sldNum" sz="quarter" idx="12"/>
          </p:nvPr>
        </p:nvSpPr>
        <p:spPr/>
        <p:txBody>
          <a:bodyPr/>
          <a:lstStyle/>
          <a:p>
            <a:fld id="{C53E075B-3175-45CF-B3C7-FEDF3F5961E3}" type="slidenum">
              <a:rPr lang="en-US" smtClean="0"/>
              <a:pPr/>
              <a:t>41</a:t>
            </a:fld>
            <a:endParaRPr lang="en-US" dirty="0"/>
          </a:p>
        </p:txBody>
      </p:sp>
    </p:spTree>
    <p:extLst>
      <p:ext uri="{BB962C8B-B14F-4D97-AF65-F5344CB8AC3E}">
        <p14:creationId xmlns:p14="http://schemas.microsoft.com/office/powerpoint/2010/main" val="6553618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3D94CC7-B222-5B44-969E-ABE4C1FCD62A}"/>
              </a:ext>
            </a:extLst>
          </p:cNvPr>
          <p:cNvSpPr>
            <a:spLocks noGrp="1"/>
          </p:cNvSpPr>
          <p:nvPr>
            <p:ph type="ctrTitle"/>
          </p:nvPr>
        </p:nvSpPr>
        <p:spPr/>
        <p:txBody>
          <a:bodyPr/>
          <a:lstStyle/>
          <a:p>
            <a:r>
              <a:rPr lang="en-US" dirty="0"/>
              <a:t>Thank you</a:t>
            </a:r>
          </a:p>
        </p:txBody>
      </p:sp>
      <p:sp>
        <p:nvSpPr>
          <p:cNvPr id="17" name="Footer Placeholder 16">
            <a:extLst>
              <a:ext uri="{FF2B5EF4-FFF2-40B4-BE49-F238E27FC236}">
                <a16:creationId xmlns:a16="http://schemas.microsoft.com/office/drawing/2014/main" id="{D538CCB4-1560-6942-A5AB-C8F09B136643}"/>
              </a:ext>
            </a:extLst>
          </p:cNvPr>
          <p:cNvSpPr>
            <a:spLocks noGrp="1"/>
          </p:cNvSpPr>
          <p:nvPr>
            <p:ph type="ftr" sz="quarter" idx="11"/>
          </p:nvPr>
        </p:nvSpPr>
        <p:spPr/>
        <p:txBody>
          <a:bodyPr/>
          <a:lstStyle/>
          <a:p>
            <a:r>
              <a:rPr lang="en-US"/>
              <a:t>© 2023 Cognizant | Confidential &amp; Proprietary</a:t>
            </a:r>
            <a:endParaRPr lang="en-US" dirty="0"/>
          </a:p>
        </p:txBody>
      </p:sp>
      <p:sp>
        <p:nvSpPr>
          <p:cNvPr id="14" name="Text Placeholder 13">
            <a:extLst>
              <a:ext uri="{FF2B5EF4-FFF2-40B4-BE49-F238E27FC236}">
                <a16:creationId xmlns:a16="http://schemas.microsoft.com/office/drawing/2014/main" id="{9E758425-DA32-BA43-B817-1740693F42F0}"/>
              </a:ext>
            </a:extLst>
          </p:cNvPr>
          <p:cNvSpPr>
            <a:spLocks noGrp="1"/>
          </p:cNvSpPr>
          <p:nvPr>
            <p:ph type="body" sz="quarter" idx="13"/>
          </p:nvPr>
        </p:nvSpPr>
        <p:spPr/>
        <p:txBody>
          <a:bodyPr/>
          <a:lstStyle/>
          <a:p>
            <a:r>
              <a:rPr lang="en-US" dirty="0"/>
              <a:t>Presenter’s name will go here</a:t>
            </a:r>
          </a:p>
          <a:p>
            <a:r>
              <a:rPr lang="en-US" dirty="0"/>
              <a:t>Contact information will go here</a:t>
            </a:r>
          </a:p>
        </p:txBody>
      </p:sp>
      <p:sp>
        <p:nvSpPr>
          <p:cNvPr id="4" name="TextBox 3">
            <a:extLst>
              <a:ext uri="{FF2B5EF4-FFF2-40B4-BE49-F238E27FC236}">
                <a16:creationId xmlns:a16="http://schemas.microsoft.com/office/drawing/2014/main" id="{9BBE24C1-54AE-DD46-B667-D9FBFDF3B512}"/>
              </a:ext>
            </a:extLst>
          </p:cNvPr>
          <p:cNvSpPr txBox="1"/>
          <p:nvPr/>
        </p:nvSpPr>
        <p:spPr>
          <a:xfrm>
            <a:off x="2609193" y="4122683"/>
            <a:ext cx="0" cy="0"/>
          </a:xfrm>
          <a:prstGeom prst="rect">
            <a:avLst/>
          </a:prstGeom>
          <a:noFill/>
        </p:spPr>
        <p:txBody>
          <a:bodyPr wrap="none" lIns="0" tIns="0" rIns="0" bIns="0" rtlCol="0">
            <a:noAutofit/>
          </a:bodyPr>
          <a:lstStyle/>
          <a:p>
            <a:pPr algn="l"/>
            <a:endParaRPr lang="en-US" sz="1600" dirty="0">
              <a:solidFill>
                <a:schemeClr val="tx2"/>
              </a:solidFill>
            </a:endParaRPr>
          </a:p>
        </p:txBody>
      </p:sp>
      <p:sp>
        <p:nvSpPr>
          <p:cNvPr id="2" name="Slide Number Placeholder 1">
            <a:extLst>
              <a:ext uri="{FF2B5EF4-FFF2-40B4-BE49-F238E27FC236}">
                <a16:creationId xmlns:a16="http://schemas.microsoft.com/office/drawing/2014/main" id="{32E9D759-CCCC-22F1-EB39-443EEE9C9221}"/>
              </a:ext>
            </a:extLst>
          </p:cNvPr>
          <p:cNvSpPr>
            <a:spLocks noGrp="1"/>
          </p:cNvSpPr>
          <p:nvPr>
            <p:ph type="sldNum" sz="quarter" idx="12"/>
          </p:nvPr>
        </p:nvSpPr>
        <p:spPr/>
        <p:txBody>
          <a:bodyPr/>
          <a:lstStyle/>
          <a:p>
            <a:fld id="{C53E075B-3175-45CF-B3C7-FEDF3F5961E3}" type="slidenum">
              <a:rPr lang="en-US" smtClean="0"/>
              <a:pPr/>
              <a:t>42</a:t>
            </a:fld>
            <a:endParaRPr lang="en-US" dirty="0"/>
          </a:p>
        </p:txBody>
      </p:sp>
    </p:spTree>
    <p:extLst>
      <p:ext uri="{BB962C8B-B14F-4D97-AF65-F5344CB8AC3E}">
        <p14:creationId xmlns:p14="http://schemas.microsoft.com/office/powerpoint/2010/main" val="4019922006"/>
      </p:ext>
    </p:extLst>
  </p:cSld>
  <p:clrMapOvr>
    <a:masterClrMapping/>
  </p:clrMapOvr>
</p:sld>
</file>

<file path=ppt/theme/theme1.xml><?xml version="1.0" encoding="utf-8"?>
<a:theme xmlns:a="http://schemas.openxmlformats.org/drawingml/2006/main" name="Office Theme">
  <a:themeElements>
    <a:clrScheme name="Cognizant 2023">
      <a:dk1>
        <a:srgbClr val="000048"/>
      </a:dk1>
      <a:lt1>
        <a:srgbClr val="FFFFFF"/>
      </a:lt1>
      <a:dk2>
        <a:srgbClr val="000048"/>
      </a:dk2>
      <a:lt2>
        <a:srgbClr val="FFFFFF"/>
      </a:lt2>
      <a:accent1>
        <a:srgbClr val="000048"/>
      </a:accent1>
      <a:accent2>
        <a:srgbClr val="2E2F8E"/>
      </a:accent2>
      <a:accent3>
        <a:srgbClr val="2F78C4"/>
      </a:accent3>
      <a:accent4>
        <a:srgbClr val="91B9E5"/>
      </a:accent4>
      <a:accent5>
        <a:srgbClr val="05C7CC"/>
      </a:accent5>
      <a:accent6>
        <a:srgbClr val="000048"/>
      </a:accent6>
      <a:hlink>
        <a:srgbClr val="2F78C3"/>
      </a:hlink>
      <a:folHlink>
        <a:srgbClr val="91B9E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Presentation1" id="{99D4EBE8-3F7E-4619-B76F-0B0BF7F9FB71}" vid="{48B051EE-1B79-499E-A6A7-28854F4177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45039A044B60D40B3724930C1FBFD03" ma:contentTypeVersion="17" ma:contentTypeDescription="Create a new document." ma:contentTypeScope="" ma:versionID="edc0cd75de426b3e5b9d7b4228b1a807">
  <xsd:schema xmlns:xsd="http://www.w3.org/2001/XMLSchema" xmlns:xs="http://www.w3.org/2001/XMLSchema" xmlns:p="http://schemas.microsoft.com/office/2006/metadata/properties" xmlns:ns2="a36ce515-a707-4959-aaa2-b339df12b9ad" xmlns:ns3="c1fa1b37-97c2-4738-b9c9-f06e40c084a6" targetNamespace="http://schemas.microsoft.com/office/2006/metadata/properties" ma:root="true" ma:fieldsID="1ac63ed8350cb60c84dcbc4db0ab2b71" ns2:_="" ns3:_="">
    <xsd:import namespace="a36ce515-a707-4959-aaa2-b339df12b9ad"/>
    <xsd:import namespace="c1fa1b37-97c2-4738-b9c9-f06e40c084a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6ce515-a707-4959-aaa2-b339df12b9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1fa1b37-97c2-4738-b9c9-f06e40c084a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000b07d-837c-47c6-83e1-c25618c757b1}" ma:internalName="TaxCatchAll" ma:showField="CatchAllData" ma:web="c1fa1b37-97c2-4738-b9c9-f06e40c084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36ce515-a707-4959-aaa2-b339df12b9ad">
      <Terms xmlns="http://schemas.microsoft.com/office/infopath/2007/PartnerControls"/>
    </lcf76f155ced4ddcb4097134ff3c332f>
    <TaxCatchAll xmlns="c1fa1b37-97c2-4738-b9c9-f06e40c084a6" xsi:nil="true"/>
  </documentManagement>
</p:properties>
</file>

<file path=customXml/itemProps1.xml><?xml version="1.0" encoding="utf-8"?>
<ds:datastoreItem xmlns:ds="http://schemas.openxmlformats.org/officeDocument/2006/customXml" ds:itemID="{D020AD93-EC2D-4327-9EF1-902D27AF5C83}">
  <ds:schemaRefs>
    <ds:schemaRef ds:uri="http://schemas.microsoft.com/sharepoint/v3/contenttype/forms"/>
  </ds:schemaRefs>
</ds:datastoreItem>
</file>

<file path=customXml/itemProps2.xml><?xml version="1.0" encoding="utf-8"?>
<ds:datastoreItem xmlns:ds="http://schemas.openxmlformats.org/officeDocument/2006/customXml" ds:itemID="{71200272-246B-4A18-8018-B93A526678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6ce515-a707-4959-aaa2-b339df12b9ad"/>
    <ds:schemaRef ds:uri="c1fa1b37-97c2-4738-b9c9-f06e40c084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05434AD-C3DD-4033-A63E-F6FE9BDA23DA}">
  <ds:schemaRefs>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dcmitype/"/>
    <ds:schemaRef ds:uri="http://purl.org/dc/elements/1.1/"/>
    <ds:schemaRef ds:uri="http://purl.org/dc/terms/"/>
    <ds:schemaRef ds:uri="a36ce515-a707-4959-aaa2-b339df12b9ad"/>
    <ds:schemaRef ds:uri="http://schemas.microsoft.com/office/infopath/2007/PartnerControls"/>
    <ds:schemaRef ds:uri="c1fa1b37-97c2-4738-b9c9-f06e40c084a6"/>
  </ds:schemaRefs>
</ds:datastoreItem>
</file>

<file path=docProps/app.xml><?xml version="1.0" encoding="utf-8"?>
<Properties xmlns="http://schemas.openxmlformats.org/officeDocument/2006/extended-properties" xmlns:vt="http://schemas.openxmlformats.org/officeDocument/2006/docPropsVTypes">
  <Template>Cognizant template 2</Template>
  <TotalTime>7</TotalTime>
  <Words>2457</Words>
  <Application>Microsoft Office PowerPoint</Application>
  <PresentationFormat>Widescreen</PresentationFormat>
  <Paragraphs>482</Paragraphs>
  <Slides>42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Cambria</vt:lpstr>
      <vt:lpstr>Gellix</vt:lpstr>
      <vt:lpstr>Gellix SemiBold</vt:lpstr>
      <vt:lpstr>Office Theme</vt:lpstr>
      <vt:lpstr>PowerPoint template</vt:lpstr>
      <vt:lpstr>Using the template</vt:lpstr>
      <vt:lpstr>Top Ten Cognizant PowerPoint tips</vt:lpstr>
      <vt:lpstr>How to transfer old slides into this template </vt:lpstr>
      <vt:lpstr>Our logo</vt:lpstr>
      <vt:lpstr>Presentation title will go here in Arial 36pt bold</vt:lpstr>
      <vt:lpstr>Extra long presentation titles will go here in Arial 36pt bold</vt:lpstr>
      <vt:lpstr>Agenda</vt:lpstr>
      <vt:lpstr>Agenda with bullets</vt:lpstr>
      <vt:lpstr>Divider title will go here on one or two lines in Arial 36pt bold</vt:lpstr>
      <vt:lpstr>Divider title will go here on one or two lines in Arial 36pt bold</vt:lpstr>
      <vt:lpstr>Divider title will go here on one or two lines in Arial 36pt bold</vt:lpstr>
      <vt:lpstr>Basic title and content - light </vt:lpstr>
      <vt:lpstr>Title, super head, sub head and footnote - dark </vt:lpstr>
      <vt:lpstr>Two column - light </vt:lpstr>
      <vt:lpstr>Three column - light </vt:lpstr>
      <vt:lpstr>Comparison horizontal - light </vt:lpstr>
      <vt:lpstr>Statement or quote will go here in Arial 36pt bold.</vt:lpstr>
      <vt:lpstr>Basic title and content - dark </vt:lpstr>
      <vt:lpstr>Title, super head, sub head and footnote - dark </vt:lpstr>
      <vt:lpstr>Two column - dark </vt:lpstr>
      <vt:lpstr>Three column - dark </vt:lpstr>
      <vt:lpstr>Comparison horizontal - dark </vt:lpstr>
      <vt:lpstr>Statement or quote will go here in Arial 36pt bold.</vt:lpstr>
      <vt:lpstr>Half-image </vt:lpstr>
      <vt:lpstr>Half-image </vt:lpstr>
      <vt:lpstr>PowerPoint Presentation</vt:lpstr>
      <vt:lpstr>PowerPoint Presentation</vt:lpstr>
      <vt:lpstr>Charts</vt:lpstr>
      <vt:lpstr>Charts</vt:lpstr>
      <vt:lpstr>Charts</vt:lpstr>
      <vt:lpstr>Charts</vt:lpstr>
      <vt:lpstr>Charts</vt:lpstr>
      <vt:lpstr>Charts</vt:lpstr>
      <vt:lpstr>Gradient lines and boxes</vt:lpstr>
      <vt:lpstr>Basic table</vt:lpstr>
      <vt:lpstr>Three column table</vt:lpstr>
      <vt:lpstr>Basic table</vt:lpstr>
      <vt:lpstr>Three column table</vt:lpstr>
      <vt:lpstr>Sample SWOT analysis</vt:lpstr>
      <vt:lpstr>Sample SWOT analysis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Teja, Ponakala Tarsha Siva (Contractor)</dc:creator>
  <cp:keywords/>
  <dc:description/>
  <cp:lastModifiedBy>Teja, Ponakala Tarsha Siva (Contractor)</cp:lastModifiedBy>
  <cp:revision>2</cp:revision>
  <dcterms:created xsi:type="dcterms:W3CDTF">2026-05-11T03:58:04Z</dcterms:created>
  <dcterms:modified xsi:type="dcterms:W3CDTF">2026-05-11T04:05:59Z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0x010100145039A044B60D40B3724930C1FBFD03</vt:lpwstr>
  </property>
  <property fmtid="{D5CDD505-2E9C-101B-9397-08002B2CF9AE}" pid="3" name="MediaServiceImageTags">
    <vt:lpwstr/>
  </property>
</Properties>
</file>